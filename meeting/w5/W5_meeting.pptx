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2" r:id="rId3"/>
    <p:sldId id="270" r:id="rId4"/>
    <p:sldId id="269" r:id="rId5"/>
    <p:sldId id="265" r:id="rId6"/>
    <p:sldId id="268" r:id="rId7"/>
    <p:sldId id="266" r:id="rId8"/>
    <p:sldId id="263" r:id="rId9"/>
    <p:sldId id="259" r:id="rId10"/>
    <p:sldId id="267" r:id="rId11"/>
    <p:sldId id="258" r:id="rId12"/>
    <p:sldId id="2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723" autoAdjust="0"/>
  </p:normalViewPr>
  <p:slideViewPr>
    <p:cSldViewPr snapToGrid="0">
      <p:cViewPr varScale="1">
        <p:scale>
          <a:sx n="45" d="100"/>
          <a:sy n="45" d="100"/>
        </p:scale>
        <p:origin x="17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4167F-9C7C-44F3-80A0-375D59DEF40F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18BC-91E4-497A-B749-BC5F9A2B39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1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1793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606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667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5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8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880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2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231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576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27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26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19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79C6ED-AE69-4A5C-8CA4-3CC54320761B}" type="datetimeFigureOut">
              <a:rPr lang="LID4096" smtClean="0"/>
              <a:t>04/16/2026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46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121-B85C-F2AB-29D7-08AB5A5AD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Meeting</a:t>
            </a:r>
            <a:r>
              <a:rPr lang="zh-TW" altLang="en-US" dirty="0"/>
              <a:t> 簡報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F4C7F-40F0-B145-3F60-760328765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李後燁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29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E1397-E4AE-0BA2-53CB-9F568DB9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74BBDE-F6A8-CA31-8733-D631DC53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34731A-4C85-E0AE-AEB7-E509DFA4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74A4BE-0C51-842E-97AA-8415BD21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DB0E3-78F6-24EB-0D4C-02DBD1A5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這周</a:t>
            </a:r>
            <a:br>
              <a:rPr lang="en-US" altLang="zh-TW" sz="4000" dirty="0">
                <a:solidFill>
                  <a:srgbClr val="FFFFFF"/>
                </a:solidFill>
              </a:rPr>
            </a:br>
            <a:r>
              <a:rPr lang="zh-TW" altLang="en-US" sz="4000" dirty="0">
                <a:solidFill>
                  <a:srgbClr val="FFFFFF"/>
                </a:solidFill>
              </a:rPr>
              <a:t>做的事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9F61-590F-0BBA-3D61-D7E8DF90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4" y="1402080"/>
            <a:ext cx="5955263" cy="4053840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用台灣加權股價指數期貨與小型臺指期貨等的資料，進行特徵工程後訓練</a:t>
            </a:r>
            <a:r>
              <a:rPr lang="en-US" altLang="zh-TW" sz="2800" dirty="0"/>
              <a:t>TCN</a:t>
            </a:r>
          </a:p>
          <a:p>
            <a:r>
              <a:rPr lang="en-US" altLang="zh-TW" sz="2800" dirty="0"/>
              <a:t>TCN</a:t>
            </a:r>
            <a:r>
              <a:rPr lang="zh-TW" altLang="en-US" sz="2800" dirty="0"/>
              <a:t>提前發現毒性大單</a:t>
            </a:r>
            <a:endParaRPr lang="en-US" altLang="zh-TW" sz="2800" dirty="0"/>
          </a:p>
          <a:p>
            <a:r>
              <a:rPr lang="zh-TW" altLang="en-US" sz="2800" dirty="0"/>
              <a:t>回測：有賺喔</a:t>
            </a:r>
            <a:endParaRPr lang="en-US" altLang="zh-TW" sz="2800" dirty="0"/>
          </a:p>
          <a:p>
            <a:r>
              <a:rPr lang="zh-TW" altLang="en-US" sz="2800" dirty="0"/>
              <a:t>接著將 </a:t>
            </a:r>
            <a:r>
              <a:rPr lang="en-US" altLang="zh-TW" sz="2800" dirty="0"/>
              <a:t>TCN</a:t>
            </a:r>
            <a:r>
              <a:rPr lang="zh-TW" altLang="en-US" sz="2800" dirty="0"/>
              <a:t> 在訓練後，將其權重從 </a:t>
            </a:r>
            <a:r>
              <a:rPr lang="en-US" altLang="zh-TW" sz="2800" dirty="0"/>
              <a:t>Float32</a:t>
            </a:r>
            <a:r>
              <a:rPr lang="zh-TW" altLang="en-US" sz="2800" dirty="0"/>
              <a:t> 轉到 </a:t>
            </a:r>
            <a:r>
              <a:rPr lang="en-US" altLang="zh-TW" sz="2800" dirty="0"/>
              <a:t>int8</a:t>
            </a:r>
            <a:r>
              <a:rPr lang="zh-TW" altLang="en-US" sz="2800" dirty="0"/>
              <a:t> </a:t>
            </a:r>
            <a:r>
              <a:rPr lang="en-US" altLang="zh-TW" sz="2800" dirty="0"/>
              <a:t>(</a:t>
            </a:r>
            <a:r>
              <a:rPr lang="zh-TW" altLang="en-US" sz="2800" dirty="0"/>
              <a:t>為之後的</a:t>
            </a:r>
            <a:r>
              <a:rPr lang="en-US" altLang="zh-TW" sz="2800" dirty="0"/>
              <a:t>FPGA)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6374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3090-4D64-221D-B930-AB6C92C5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TCN</a:t>
            </a:r>
            <a:r>
              <a:rPr lang="zh-TW" altLang="en-US" sz="4000" dirty="0"/>
              <a:t>做法</a:t>
            </a:r>
            <a:endParaRPr lang="LID4096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9DDDC-1933-8507-A23D-7F2C5E57E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018650" cy="3101983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學委託簿失衡的趨勢</a:t>
            </a:r>
            <a:endParaRPr lang="en-US" altLang="zh-TW" sz="2800" dirty="0"/>
          </a:p>
          <a:p>
            <a:pPr lvl="1"/>
            <a:r>
              <a:rPr lang="zh-TW" altLang="en-US" sz="2600" dirty="0"/>
              <a:t>將</a:t>
            </a:r>
            <a:r>
              <a:rPr lang="en-US" altLang="zh-TW" sz="2600" dirty="0"/>
              <a:t>TCN</a:t>
            </a:r>
            <a:r>
              <a:rPr lang="zh-TW" altLang="en-US" sz="2600" dirty="0"/>
              <a:t>用來預測什麼時候會有人把大單砸下來</a:t>
            </a:r>
            <a:endParaRPr lang="en-US" altLang="zh-TW" sz="2600" dirty="0"/>
          </a:p>
          <a:p>
            <a:pPr lvl="1"/>
            <a:r>
              <a:rPr lang="zh-TW" altLang="en-US" sz="2600" dirty="0"/>
              <a:t>要趕快跑，不然造勢會虧錢</a:t>
            </a:r>
            <a:endParaRPr lang="en-US" altLang="zh-TW" sz="2600" dirty="0"/>
          </a:p>
          <a:p>
            <a:r>
              <a:rPr lang="zh-TW" altLang="en-US" sz="2800" dirty="0"/>
              <a:t>當</a:t>
            </a:r>
            <a:r>
              <a:rPr lang="en-US" altLang="zh-TW" sz="2800" dirty="0"/>
              <a:t>TCN</a:t>
            </a:r>
            <a:r>
              <a:rPr lang="zh-TW" altLang="en-US" sz="2800" dirty="0"/>
              <a:t>輸出的 </a:t>
            </a:r>
            <a:r>
              <a:rPr lang="en-US" altLang="zh-TW" sz="2800" dirty="0"/>
              <a:t>| alpha score | = | </a:t>
            </a:r>
            <a:r>
              <a:rPr lang="en-US" altLang="zh-TW" sz="2800" dirty="0" err="1"/>
              <a:t>p_up</a:t>
            </a:r>
            <a:r>
              <a:rPr lang="en-US" altLang="zh-TW" sz="2800" dirty="0"/>
              <a:t> – </a:t>
            </a:r>
            <a:r>
              <a:rPr lang="en-US" altLang="zh-TW" sz="2800" dirty="0" err="1"/>
              <a:t>p_down</a:t>
            </a:r>
            <a:r>
              <a:rPr lang="en-US" altLang="zh-TW" sz="2800" dirty="0"/>
              <a:t> |&gt;</a:t>
            </a:r>
            <a:r>
              <a:rPr lang="zh-TW" altLang="en-US" sz="2800" dirty="0"/>
              <a:t> </a:t>
            </a:r>
            <a:r>
              <a:rPr lang="en-US" altLang="zh-TW" sz="2800" dirty="0"/>
              <a:t>threshold </a:t>
            </a:r>
            <a:r>
              <a:rPr lang="en-US" altLang="zh-TW" sz="2800" dirty="0">
                <a:sym typeface="Wingdings" panose="05000000000000000000" pitchFamily="2" charset="2"/>
              </a:rPr>
              <a:t></a:t>
            </a:r>
            <a:r>
              <a:rPr lang="zh-TW" altLang="en-US" sz="2800" dirty="0">
                <a:sym typeface="Wingdings" panose="05000000000000000000" pitchFamily="2" charset="2"/>
              </a:rPr>
              <a:t>抽單</a:t>
            </a:r>
            <a:endParaRPr lang="en-US" altLang="zh-TW" sz="2800" dirty="0">
              <a:sym typeface="Wingdings" panose="05000000000000000000" pitchFamily="2" charset="2"/>
            </a:endParaRPr>
          </a:p>
          <a:p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338540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CCF08-168F-419F-8BF0-8ECE6DED9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4" y="2457750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zh-TW" altLang="en-US" dirty="0"/>
              <a:t>回測結果</a:t>
            </a:r>
            <a:endParaRPr lang="en-US" dirty="0"/>
          </a:p>
        </p:txBody>
      </p:sp>
      <p:pic>
        <p:nvPicPr>
          <p:cNvPr id="5" name="Content Placeholder 4" descr="Killer Chart&#10;&#10;AI-generated content may be incorrect.">
            <a:extLst>
              <a:ext uri="{FF2B5EF4-FFF2-40B4-BE49-F238E27FC236}">
                <a16:creationId xmlns:a16="http://schemas.microsoft.com/office/drawing/2014/main" id="{8B2DB375-155F-D4B7-3A64-571ABD860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3" y="-477366"/>
            <a:ext cx="11567819" cy="69406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A14C8E5-A20E-20FD-E6C7-22E34574E1FE}"/>
              </a:ext>
            </a:extLst>
          </p:cNvPr>
          <p:cNvSpPr/>
          <p:nvPr/>
        </p:nvSpPr>
        <p:spPr>
          <a:xfrm>
            <a:off x="9132498" y="1681463"/>
            <a:ext cx="1230702" cy="26810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8D6BF-340D-D4FA-83D1-43A12C18F393}"/>
              </a:ext>
            </a:extLst>
          </p:cNvPr>
          <p:cNvSpPr/>
          <p:nvPr/>
        </p:nvSpPr>
        <p:spPr>
          <a:xfrm>
            <a:off x="5822830" y="5076989"/>
            <a:ext cx="1230702" cy="26810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822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7793A-ABF7-3F9A-508E-6B91FCF05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8E5442A-EC27-A4DF-10EF-613D6E51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zh-TW" altLang="en-US" dirty="0"/>
              <a:t>成果</a:t>
            </a:r>
            <a:endParaRPr lang="en-US" dirty="0"/>
          </a:p>
        </p:txBody>
      </p:sp>
      <p:pic>
        <p:nvPicPr>
          <p:cNvPr id="5" name="Picture 4" descr="The image presents a comparison between FP32 and INT8 data types, showing a slight decrease in accuracy (from 90.0% to 75.0%) but a significant reduction in memory footprint (from 4.8 KB to 5 KB) when using INT8 quantization.&#10;&#10;AI-generated content may be incorrect.">
            <a:extLst>
              <a:ext uri="{FF2B5EF4-FFF2-40B4-BE49-F238E27FC236}">
                <a16:creationId xmlns:a16="http://schemas.microsoft.com/office/drawing/2014/main" id="{64E4E045-E199-069E-2BF1-E5C3BF10C1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376" y="1394384"/>
            <a:ext cx="6257544" cy="375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930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D16B2-38EF-BD3A-BD08-374381FE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5E7B20-8EEF-0D65-C23C-1642F6B6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DD1C53-0F74-AEA6-8593-061834ECC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49AFAC-DB38-AEF6-A44F-BAB662591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7A9B3-EE19-4F13-F1C0-35F56AB3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到目前為止做的事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7DF31-9385-268B-8A35-3859D86F4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4" y="1402080"/>
            <a:ext cx="5955263" cy="4053840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特徵工程</a:t>
            </a:r>
            <a:endParaRPr lang="LID4096" sz="2800" dirty="0"/>
          </a:p>
          <a:p>
            <a:r>
              <a:rPr lang="zh-TW" altLang="en-US" sz="2800" dirty="0"/>
              <a:t>找論文看</a:t>
            </a:r>
            <a:r>
              <a:rPr lang="en-US" altLang="zh-TW" sz="2800" dirty="0"/>
              <a:t>TCN</a:t>
            </a:r>
            <a:r>
              <a:rPr lang="zh-TW" altLang="en-US" sz="2800" dirty="0"/>
              <a:t>的發展潛力</a:t>
            </a:r>
            <a:endParaRPr lang="en-US" altLang="zh-TW" sz="2800" dirty="0"/>
          </a:p>
          <a:p>
            <a:r>
              <a:rPr lang="zh-TW" altLang="en-US" sz="2800" dirty="0"/>
              <a:t>用台灣期貨資料訓練</a:t>
            </a:r>
            <a:r>
              <a:rPr lang="en-US" altLang="zh-TW" sz="2800" dirty="0"/>
              <a:t>TCN</a:t>
            </a:r>
          </a:p>
          <a:p>
            <a:r>
              <a:rPr lang="zh-TW" altLang="en-US" sz="2800" dirty="0"/>
              <a:t>將</a:t>
            </a:r>
            <a:r>
              <a:rPr lang="en-US" altLang="zh-TW" sz="2800" dirty="0"/>
              <a:t>TCN</a:t>
            </a:r>
            <a:r>
              <a:rPr lang="zh-TW" altLang="en-US" sz="2800" dirty="0"/>
              <a:t>轉為</a:t>
            </a:r>
            <a:r>
              <a:rPr lang="en-US" altLang="zh-TW" sz="2800" dirty="0"/>
              <a:t>int8</a:t>
            </a:r>
            <a:r>
              <a:rPr lang="zh-TW" altLang="en-US" sz="2800" dirty="0"/>
              <a:t>的權重以接合</a:t>
            </a:r>
            <a:r>
              <a:rPr lang="en-US" altLang="zh-TW" sz="2800" dirty="0"/>
              <a:t>FPGA</a:t>
            </a:r>
          </a:p>
        </p:txBody>
      </p:sp>
    </p:spTree>
    <p:extLst>
      <p:ext uri="{BB962C8B-B14F-4D97-AF65-F5344CB8AC3E}">
        <p14:creationId xmlns:p14="http://schemas.microsoft.com/office/powerpoint/2010/main" val="198807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FBC00-D502-5E34-6869-E070DDA7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80519B-D6E4-92CD-9639-36445920B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8D599F-D8F8-37E2-5C64-1F9A40124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5E348D-F76C-D855-B90C-C1AF091C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40CFB-69A8-F698-96BC-E5863A66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下兩周</a:t>
            </a:r>
            <a:br>
              <a:rPr lang="en-US" altLang="zh-TW" sz="4000" dirty="0">
                <a:solidFill>
                  <a:srgbClr val="FFFFFF"/>
                </a:solidFill>
              </a:rPr>
            </a:br>
            <a:r>
              <a:rPr lang="zh-TW" altLang="en-US" sz="4000" dirty="0">
                <a:solidFill>
                  <a:srgbClr val="FFFFFF"/>
                </a:solidFill>
              </a:rPr>
              <a:t>預計要做</a:t>
            </a:r>
            <a:br>
              <a:rPr lang="en-US" altLang="zh-TW" sz="4000" dirty="0">
                <a:solidFill>
                  <a:srgbClr val="FFFFFF"/>
                </a:solidFill>
              </a:rPr>
            </a:br>
            <a:r>
              <a:rPr lang="en-US" sz="1600" dirty="0"/>
              <a:t>4/2</a:t>
            </a:r>
            <a:r>
              <a:rPr lang="zh-TW" altLang="en-US" sz="1600" dirty="0"/>
              <a:t>有事要請假一次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2458-251B-C658-70CA-EFB82405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861237"/>
            <a:ext cx="5700082" cy="4594683"/>
          </a:xfrm>
        </p:spPr>
        <p:txBody>
          <a:bodyPr anchor="ctr">
            <a:normAutofit fontScale="85000" lnSpcReduction="20000"/>
          </a:bodyPr>
          <a:lstStyle/>
          <a:p>
            <a:r>
              <a:rPr lang="zh-TW" altLang="en-US" sz="2800" dirty="0"/>
              <a:t>得到 </a:t>
            </a:r>
            <a:r>
              <a:rPr lang="en-US" altLang="zh-TW" sz="2800" dirty="0"/>
              <a:t>CME</a:t>
            </a:r>
            <a:r>
              <a:rPr lang="zh-TW" altLang="en-US" sz="2800" dirty="0"/>
              <a:t> 的資料並且比較看成果差異、能否通用？</a:t>
            </a:r>
            <a:r>
              <a:rPr lang="en-US" altLang="zh-TW" sz="2800" dirty="0" err="1"/>
              <a:t>TW_replay</a:t>
            </a:r>
            <a:r>
              <a:rPr lang="zh-TW" altLang="en-US" sz="2800" dirty="0"/>
              <a:t>的</a:t>
            </a:r>
            <a:r>
              <a:rPr lang="en-US" altLang="zh-TW" sz="2800" dirty="0"/>
              <a:t>0</a:t>
            </a:r>
            <a:r>
              <a:rPr lang="zh-TW" altLang="en-US" sz="2800" dirty="0"/>
              <a:t>？</a:t>
            </a:r>
            <a:endParaRPr lang="en-US" altLang="zh-TW" sz="2800" dirty="0"/>
          </a:p>
          <a:p>
            <a:r>
              <a:rPr lang="zh-TW" altLang="en-US" sz="2800" dirty="0"/>
              <a:t>嘗試將現在的網路丟進 </a:t>
            </a:r>
            <a:r>
              <a:rPr lang="en-US" altLang="zh-TW" sz="2800" dirty="0"/>
              <a:t>hls4ml</a:t>
            </a:r>
          </a:p>
          <a:p>
            <a:r>
              <a:rPr lang="zh-TW" altLang="en-US" sz="2800" dirty="0"/>
              <a:t>開始建立</a:t>
            </a:r>
            <a:r>
              <a:rPr lang="en-US" altLang="zh-TW" sz="2800" dirty="0"/>
              <a:t>C++</a:t>
            </a:r>
            <a:r>
              <a:rPr lang="zh-TW" altLang="en-US" sz="2800" dirty="0"/>
              <a:t>專案，讀</a:t>
            </a:r>
            <a:r>
              <a:rPr lang="en-US" altLang="zh-TW" sz="2800" dirty="0"/>
              <a:t>int8</a:t>
            </a:r>
            <a:r>
              <a:rPr lang="zh-TW" altLang="en-US" sz="2800" dirty="0"/>
              <a:t>，做出</a:t>
            </a:r>
            <a:r>
              <a:rPr lang="en-US" altLang="zh-TW" sz="2800" dirty="0"/>
              <a:t>conv1d </a:t>
            </a:r>
            <a:r>
              <a:rPr lang="zh-TW" altLang="en-US" sz="2800" dirty="0"/>
              <a:t>與矩陣乘法等，為</a:t>
            </a:r>
            <a:r>
              <a:rPr lang="en-US" altLang="zh-TW" sz="2800" dirty="0"/>
              <a:t>HLS</a:t>
            </a:r>
            <a:r>
              <a:rPr lang="zh-TW" altLang="en-US" sz="2800" dirty="0"/>
              <a:t>做準備 </a:t>
            </a:r>
            <a:r>
              <a:rPr lang="en-US" altLang="zh-TW" sz="2800" dirty="0"/>
              <a:t>(</a:t>
            </a:r>
            <a:r>
              <a:rPr lang="zh-TW" altLang="en-US" sz="2800" dirty="0"/>
              <a:t> 看用</a:t>
            </a:r>
            <a:r>
              <a:rPr lang="en-US" altLang="zh-TW" sz="2800" dirty="0"/>
              <a:t>C++</a:t>
            </a:r>
            <a:r>
              <a:rPr lang="zh-TW" altLang="en-US" sz="2800" dirty="0"/>
              <a:t>自己打</a:t>
            </a:r>
            <a:r>
              <a:rPr lang="en-US" altLang="zh-TW" sz="2800" dirty="0"/>
              <a:t>HLS</a:t>
            </a:r>
            <a:r>
              <a:rPr lang="zh-TW" altLang="en-US" sz="2800" dirty="0"/>
              <a:t>能不能更快</a:t>
            </a:r>
            <a:r>
              <a:rPr lang="en-US" altLang="zh-TW" sz="2800" dirty="0"/>
              <a:t>)</a:t>
            </a:r>
          </a:p>
          <a:p>
            <a:r>
              <a:rPr lang="zh-TW" altLang="en-US" sz="2800" dirty="0"/>
              <a:t>整理給廠商，看他們有什麼建議</a:t>
            </a:r>
            <a:endParaRPr lang="en-US" altLang="zh-TW" sz="2800" dirty="0"/>
          </a:p>
          <a:p>
            <a:r>
              <a:rPr lang="zh-TW" altLang="en-US" sz="2800" dirty="0"/>
              <a:t>把</a:t>
            </a:r>
            <a:r>
              <a:rPr lang="en-US" altLang="zh-TW" sz="2800" dirty="0"/>
              <a:t>feature </a:t>
            </a:r>
            <a:r>
              <a:rPr lang="zh-TW" altLang="en-US" sz="2800" dirty="0"/>
              <a:t>跟模型講清楚</a:t>
            </a:r>
            <a:endParaRPr lang="en-US" altLang="zh-TW" sz="2800" dirty="0"/>
          </a:p>
          <a:p>
            <a:r>
              <a:rPr lang="zh-TW" altLang="en-US" sz="2800" dirty="0"/>
              <a:t>是每個</a:t>
            </a:r>
            <a:r>
              <a:rPr lang="en-US" altLang="zh-TW" sz="2800" dirty="0"/>
              <a:t>tick</a:t>
            </a:r>
            <a:r>
              <a:rPr lang="zh-TW" altLang="en-US" sz="2800" dirty="0"/>
              <a:t>跑一次模型嗎？</a:t>
            </a:r>
            <a:endParaRPr lang="en-US" altLang="zh-TW" sz="2800" dirty="0"/>
          </a:p>
          <a:p>
            <a:r>
              <a:rPr lang="zh-TW" altLang="en-US" sz="2800" dirty="0"/>
              <a:t>處理的流程圖</a:t>
            </a:r>
            <a:r>
              <a:rPr lang="en-US" altLang="zh-TW" sz="2800" dirty="0"/>
              <a:t>/</a:t>
            </a:r>
            <a:r>
              <a:rPr lang="zh-TW" altLang="en-US" sz="2800" dirty="0"/>
              <a:t>方塊圖畫出來</a:t>
            </a:r>
            <a:endParaRPr lang="en-US" altLang="zh-TW" sz="2800" dirty="0"/>
          </a:p>
          <a:p>
            <a:r>
              <a:rPr lang="zh-TW" altLang="en-US" sz="2800" dirty="0"/>
              <a:t>真實延遲的估算</a:t>
            </a:r>
            <a:endParaRPr lang="en-US" altLang="zh-TW" sz="2800" dirty="0"/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97071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25A6EF-CD2A-F720-6E73-C3156E65B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</a:t>
            </a:r>
            <a:r>
              <a:rPr lang="zh-TW" altLang="en-US" dirty="0"/>
              <a:t> </a:t>
            </a:r>
            <a:r>
              <a:rPr lang="en-US" altLang="zh-TW" dirty="0"/>
              <a:t>YOU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7CF14F-1CF0-0B41-C0EB-A28C9467D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939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2F716-7228-72CE-6A94-C6E0AB89D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0413C8-A6CF-0D5E-3C93-C5293038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3664775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C9BE1-A1F8-9567-A072-D283B87A6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D42201-483C-0355-09E4-2E513421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BE87DD-9531-7CC5-82B5-8E01A083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E75FE0-EB73-91CA-6B40-4BB8C06B7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E8F06-BDDD-71D9-88C4-D926CC651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altLang="zh-TW" sz="4000" dirty="0">
                <a:solidFill>
                  <a:srgbClr val="FFFFFF"/>
                </a:solidFill>
              </a:rPr>
              <a:t>11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3C33-166E-C9C6-603F-36E9E1B38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700082" cy="4053840"/>
          </a:xfrm>
        </p:spPr>
        <p:txBody>
          <a:bodyPr anchor="ctr">
            <a:normAutofit/>
          </a:bodyPr>
          <a:lstStyle/>
          <a:p>
            <a:r>
              <a:rPr lang="en-US" altLang="zh-TW" sz="28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2354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F64C1-28EE-8190-1CBD-8905CAFA6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/>
          </a:bodyPr>
          <a:lstStyle/>
          <a:p>
            <a:endParaRPr lang="LID4096">
              <a:solidFill>
                <a:srgbClr val="40404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6129B-1654-4B11-9682-0F3AEB4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endParaRPr lang="LID4096" sz="3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157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653C7-0BFA-2891-53E7-F666D361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8BF11E-1E19-FCA9-2BC4-0B897B151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38FC72-BDF9-B133-C32C-DC1790CEA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A96859-8C34-9754-A26D-D87DA9A11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A4270-A36B-E57E-4CC6-80FD5EC9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3000" dirty="0">
                <a:solidFill>
                  <a:srgbClr val="FFFFFF"/>
                </a:solidFill>
              </a:rPr>
              <a:t>這周做的事</a:t>
            </a:r>
            <a:endParaRPr lang="LID4096" sz="3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49E8C-9F31-63D8-7E30-077258E6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用台股期貨的資料，進行特徵工程後訓練</a:t>
            </a:r>
            <a:r>
              <a:rPr lang="en-US" altLang="zh-TW" dirty="0"/>
              <a:t>TCN</a:t>
            </a:r>
          </a:p>
          <a:p>
            <a:r>
              <a:rPr lang="zh-TW" altLang="en-US" dirty="0"/>
              <a:t>能夠分辨毒性掛單</a:t>
            </a:r>
            <a:endParaRPr lang="en-US" altLang="zh-TW" dirty="0"/>
          </a:p>
          <a:p>
            <a:r>
              <a:rPr lang="zh-TW" altLang="en-US" dirty="0"/>
              <a:t>接著將 </a:t>
            </a:r>
            <a:r>
              <a:rPr lang="en-US" altLang="zh-TW" dirty="0"/>
              <a:t>TCN</a:t>
            </a:r>
            <a:r>
              <a:rPr lang="zh-TW" altLang="en-US" dirty="0"/>
              <a:t> 從 </a:t>
            </a:r>
            <a:r>
              <a:rPr lang="en-US" altLang="zh-TW" dirty="0" err="1"/>
              <a:t>floatingpoint</a:t>
            </a:r>
            <a:r>
              <a:rPr lang="en-US" altLang="zh-TW" dirty="0"/>
              <a:t> 32</a:t>
            </a:r>
            <a:r>
              <a:rPr lang="zh-TW" altLang="en-US" dirty="0"/>
              <a:t> 轉到 </a:t>
            </a:r>
            <a:r>
              <a:rPr lang="en-US" altLang="zh-TW" dirty="0"/>
              <a:t>INT8</a:t>
            </a:r>
            <a:r>
              <a:rPr lang="zh-TW" altLang="en-US" dirty="0"/>
              <a:t> 的格式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78106217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2345</TotalTime>
  <Words>403</Words>
  <Application>Microsoft Office PowerPoint</Application>
  <PresentationFormat>Widescreen</PresentationFormat>
  <Paragraphs>38</Paragraphs>
  <Slides>12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Gill Sans MT</vt:lpstr>
      <vt:lpstr>Wingdings</vt:lpstr>
      <vt:lpstr>Parcel</vt:lpstr>
      <vt:lpstr>Meeting 簡報</vt:lpstr>
      <vt:lpstr>這周 做的事</vt:lpstr>
      <vt:lpstr>TCN做法</vt:lpstr>
      <vt:lpstr>回測結果</vt:lpstr>
      <vt:lpstr>成果</vt:lpstr>
      <vt:lpstr>到目前為止做的事</vt:lpstr>
      <vt:lpstr>下兩周 預計要做 4/2有事要請假一次</vt:lpstr>
      <vt:lpstr>THANK YOU</vt:lpstr>
      <vt:lpstr>template</vt:lpstr>
      <vt:lpstr>11</vt:lpstr>
      <vt:lpstr>PowerPoint Presentation</vt:lpstr>
      <vt:lpstr>這周做的事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holb l</dc:creator>
  <cp:lastModifiedBy>holb l</cp:lastModifiedBy>
  <cp:revision>8</cp:revision>
  <dcterms:created xsi:type="dcterms:W3CDTF">2026-03-25T16:51:19Z</dcterms:created>
  <dcterms:modified xsi:type="dcterms:W3CDTF">2026-04-15T18:58:13Z</dcterms:modified>
</cp:coreProperties>
</file>