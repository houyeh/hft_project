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62" r:id="rId3"/>
    <p:sldId id="276" r:id="rId4"/>
    <p:sldId id="320" r:id="rId5"/>
    <p:sldId id="295" r:id="rId6"/>
    <p:sldId id="298" r:id="rId7"/>
    <p:sldId id="324" r:id="rId8"/>
    <p:sldId id="314" r:id="rId9"/>
    <p:sldId id="318" r:id="rId10"/>
    <p:sldId id="326" r:id="rId11"/>
    <p:sldId id="321" r:id="rId12"/>
    <p:sldId id="328" r:id="rId13"/>
    <p:sldId id="325" r:id="rId14"/>
    <p:sldId id="327" r:id="rId15"/>
    <p:sldId id="331" r:id="rId16"/>
    <p:sldId id="332" r:id="rId17"/>
    <p:sldId id="333" r:id="rId18"/>
    <p:sldId id="330" r:id="rId19"/>
    <p:sldId id="266" r:id="rId20"/>
    <p:sldId id="263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32" autoAdjust="0"/>
    <p:restoredTop sz="69646" autoAdjust="0"/>
  </p:normalViewPr>
  <p:slideViewPr>
    <p:cSldViewPr snapToGrid="0">
      <p:cViewPr varScale="1">
        <p:scale>
          <a:sx n="61" d="100"/>
          <a:sy n="61" d="100"/>
        </p:scale>
        <p:origin x="1239" y="39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A53D5B4-4F99-46B0-8FC7-F0FADC83BFB5}" type="doc">
      <dgm:prSet loTypeId="urn:microsoft.com/office/officeart/2005/8/layout/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LID4096"/>
        </a:p>
      </dgm:t>
    </dgm:pt>
    <dgm:pt modelId="{B8C51A6D-4740-4EB7-97DA-315A01D2F569}">
      <dgm:prSet phldrT="[Text]" custT="1"/>
      <dgm:spPr/>
      <dgm:t>
        <a:bodyPr/>
        <a:lstStyle/>
        <a:p>
          <a:r>
            <a:rPr lang="zh-TW" altLang="en-US" sz="1000" dirty="0"/>
            <a:t>開始</a:t>
          </a:r>
          <a:endParaRPr lang="LID4096" sz="1000" dirty="0"/>
        </a:p>
      </dgm:t>
    </dgm:pt>
    <dgm:pt modelId="{95EE69B9-C8BF-4567-8FB5-180314E1DFEB}" type="parTrans" cxnId="{1D921EA5-F972-45A7-9C95-02E0DFB1506E}">
      <dgm:prSet/>
      <dgm:spPr/>
      <dgm:t>
        <a:bodyPr/>
        <a:lstStyle/>
        <a:p>
          <a:endParaRPr lang="LID4096"/>
        </a:p>
      </dgm:t>
    </dgm:pt>
    <dgm:pt modelId="{D44ACDFD-E90E-4B66-BF85-7A2DD806B6EB}" type="sibTrans" cxnId="{1D921EA5-F972-45A7-9C95-02E0DFB1506E}">
      <dgm:prSet/>
      <dgm:spPr/>
      <dgm:t>
        <a:bodyPr/>
        <a:lstStyle/>
        <a:p>
          <a:endParaRPr lang="LID4096"/>
        </a:p>
      </dgm:t>
    </dgm:pt>
    <dgm:pt modelId="{250223B3-8BB8-4764-B454-C26EDCA5EC23}">
      <dgm:prSet custT="1"/>
      <dgm:spPr/>
      <dgm:t>
        <a:bodyPr/>
        <a:lstStyle/>
        <a:p>
          <a:r>
            <a:rPr lang="zh-TW" altLang="en-US" sz="1000" dirty="0"/>
            <a:t>設定 </a:t>
          </a:r>
          <a:r>
            <a:rPr lang="en-US" sz="1000" dirty="0" err="1"/>
            <a:t>project_root</a:t>
          </a:r>
          <a:r>
            <a:rPr lang="en-US" sz="1000" dirty="0"/>
            <a:t>、</a:t>
          </a:r>
          <a:r>
            <a:rPr lang="zh-TW" altLang="en-US" sz="1000" dirty="0"/>
            <a:t>匯入工具函式</a:t>
          </a:r>
          <a:endParaRPr lang="LID4096" sz="1000" dirty="0"/>
        </a:p>
      </dgm:t>
    </dgm:pt>
    <dgm:pt modelId="{3C93F69C-2DF1-4250-AB61-3B573A7A919B}" type="parTrans" cxnId="{9EEFE85C-EDC2-4723-A791-395EDEEC29FF}">
      <dgm:prSet/>
      <dgm:spPr/>
      <dgm:t>
        <a:bodyPr/>
        <a:lstStyle/>
        <a:p>
          <a:endParaRPr lang="LID4096"/>
        </a:p>
      </dgm:t>
    </dgm:pt>
    <dgm:pt modelId="{5B1EE914-FDF8-4A0F-8885-78356233B0C4}" type="sibTrans" cxnId="{9EEFE85C-EDC2-4723-A791-395EDEEC29FF}">
      <dgm:prSet/>
      <dgm:spPr/>
      <dgm:t>
        <a:bodyPr/>
        <a:lstStyle/>
        <a:p>
          <a:endParaRPr lang="LID4096"/>
        </a:p>
      </dgm:t>
    </dgm:pt>
    <dgm:pt modelId="{8B48A213-0B9B-4A34-83A0-DC44DF2111FB}">
      <dgm:prSet custT="1"/>
      <dgm:spPr/>
      <dgm:t>
        <a:bodyPr/>
        <a:lstStyle/>
        <a:p>
          <a:r>
            <a:rPr lang="zh-TW" altLang="en-US" sz="1000" dirty="0"/>
            <a:t>定義 </a:t>
          </a:r>
          <a:r>
            <a:rPr lang="en-US" sz="1000" dirty="0"/>
            <a:t>session </a:t>
          </a:r>
          <a:r>
            <a:rPr lang="zh-TW" altLang="en-US" sz="1000" dirty="0"/>
            <a:t>間隔 </a:t>
          </a:r>
          <a:r>
            <a:rPr lang="en-US" sz="1000" dirty="0"/>
            <a:t>SESSION_NS_SPACING</a:t>
          </a:r>
          <a:endParaRPr lang="LID4096" sz="1000" dirty="0"/>
        </a:p>
      </dgm:t>
    </dgm:pt>
    <dgm:pt modelId="{1C62D438-884D-435B-8CCA-8AC1867A91EE}" type="parTrans" cxnId="{14DA46F9-127D-4A16-A98F-90CCD8641994}">
      <dgm:prSet/>
      <dgm:spPr/>
      <dgm:t>
        <a:bodyPr/>
        <a:lstStyle/>
        <a:p>
          <a:endParaRPr lang="LID4096"/>
        </a:p>
      </dgm:t>
    </dgm:pt>
    <dgm:pt modelId="{74D1648A-C9BF-4615-835D-0232FDF52F88}" type="sibTrans" cxnId="{14DA46F9-127D-4A16-A98F-90CCD8641994}">
      <dgm:prSet/>
      <dgm:spPr/>
      <dgm:t>
        <a:bodyPr/>
        <a:lstStyle/>
        <a:p>
          <a:endParaRPr lang="LID4096"/>
        </a:p>
      </dgm:t>
    </dgm:pt>
    <dgm:pt modelId="{9F29CF4E-C032-4DAC-A2F9-A7BEF1A5C286}">
      <dgm:prSet custT="1"/>
      <dgm:spPr/>
      <dgm:t>
        <a:bodyPr/>
        <a:lstStyle/>
        <a:p>
          <a:r>
            <a:rPr lang="zh-TW" altLang="en-US" sz="1000" dirty="0"/>
            <a:t>定義 </a:t>
          </a:r>
          <a:r>
            <a:rPr lang="en-US" sz="1000" dirty="0" err="1"/>
            <a:t>parse_new_tw_timestamp</a:t>
          </a:r>
          <a:r>
            <a:rPr lang="en-US" sz="1000" dirty="0"/>
            <a:t>()</a:t>
          </a:r>
          <a:endParaRPr lang="LID4096" sz="1000" dirty="0"/>
        </a:p>
      </dgm:t>
    </dgm:pt>
    <dgm:pt modelId="{85FD3222-4F39-4EB7-B1B3-43EE6B8EF424}" type="parTrans" cxnId="{E5F127D6-1725-4022-8C70-C97B82CE81FB}">
      <dgm:prSet/>
      <dgm:spPr/>
      <dgm:t>
        <a:bodyPr/>
        <a:lstStyle/>
        <a:p>
          <a:endParaRPr lang="LID4096"/>
        </a:p>
      </dgm:t>
    </dgm:pt>
    <dgm:pt modelId="{3A80EF2F-CB3C-4E08-A22C-B5D11C9BDC16}" type="sibTrans" cxnId="{E5F127D6-1725-4022-8C70-C97B82CE81FB}">
      <dgm:prSet/>
      <dgm:spPr/>
      <dgm:t>
        <a:bodyPr/>
        <a:lstStyle/>
        <a:p>
          <a:endParaRPr lang="LID4096"/>
        </a:p>
      </dgm:t>
    </dgm:pt>
    <dgm:pt modelId="{C916255F-9FD9-4B73-BC0F-84B562D93F41}">
      <dgm:prSet custT="1"/>
      <dgm:spPr/>
      <dgm:t>
        <a:bodyPr/>
        <a:lstStyle/>
        <a:p>
          <a:r>
            <a:rPr lang="zh-TW" altLang="en-US" sz="1000" dirty="0"/>
            <a:t>定義 </a:t>
          </a:r>
          <a:r>
            <a:rPr lang="en-US" sz="1000" dirty="0" err="1"/>
            <a:t>load_new_tw_data</a:t>
          </a:r>
          <a:r>
            <a:rPr lang="en-US" sz="1000" dirty="0"/>
            <a:t>()</a:t>
          </a:r>
          <a:endParaRPr lang="LID4096" sz="1000" dirty="0"/>
        </a:p>
      </dgm:t>
    </dgm:pt>
    <dgm:pt modelId="{89811697-C027-40E5-A5EF-FFAB72F6740A}" type="parTrans" cxnId="{8E5BEBBE-DD87-4A2E-B8A0-6BF9D92C97D4}">
      <dgm:prSet/>
      <dgm:spPr/>
      <dgm:t>
        <a:bodyPr/>
        <a:lstStyle/>
        <a:p>
          <a:endParaRPr lang="LID4096"/>
        </a:p>
      </dgm:t>
    </dgm:pt>
    <dgm:pt modelId="{74020D12-532F-40CC-9708-3D0A77DDC763}" type="sibTrans" cxnId="{8E5BEBBE-DD87-4A2E-B8A0-6BF9D92C97D4}">
      <dgm:prSet/>
      <dgm:spPr/>
      <dgm:t>
        <a:bodyPr/>
        <a:lstStyle/>
        <a:p>
          <a:endParaRPr lang="LID4096"/>
        </a:p>
      </dgm:t>
    </dgm:pt>
    <dgm:pt modelId="{55B6D8C5-D7A7-40B3-AC98-5314A0BF639C}">
      <dgm:prSet custT="1"/>
      <dgm:spPr/>
      <dgm:t>
        <a:bodyPr/>
        <a:lstStyle/>
        <a:p>
          <a:r>
            <a:rPr lang="zh-TW" altLang="en-US" sz="1000" dirty="0"/>
            <a:t>進入 </a:t>
          </a:r>
          <a:r>
            <a:rPr lang="en-US" sz="1000" dirty="0"/>
            <a:t>main()</a:t>
          </a:r>
          <a:endParaRPr lang="LID4096" sz="1000" dirty="0"/>
        </a:p>
      </dgm:t>
    </dgm:pt>
    <dgm:pt modelId="{7CB9B0B6-5213-4EF5-9454-71069CFDB214}" type="parTrans" cxnId="{DA034B33-9514-43DC-B50D-A5C2DF05C794}">
      <dgm:prSet/>
      <dgm:spPr/>
      <dgm:t>
        <a:bodyPr/>
        <a:lstStyle/>
        <a:p>
          <a:endParaRPr lang="LID4096"/>
        </a:p>
      </dgm:t>
    </dgm:pt>
    <dgm:pt modelId="{CBB87E03-C3B1-4653-9C4E-98A69BB77F89}" type="sibTrans" cxnId="{DA034B33-9514-43DC-B50D-A5C2DF05C794}">
      <dgm:prSet/>
      <dgm:spPr/>
      <dgm:t>
        <a:bodyPr/>
        <a:lstStyle/>
        <a:p>
          <a:endParaRPr lang="LID4096"/>
        </a:p>
      </dgm:t>
    </dgm:pt>
    <dgm:pt modelId="{1E8D9BFC-4F4F-440F-93BC-DF93F3E9A5B7}">
      <dgm:prSet custT="1"/>
      <dgm:spPr/>
      <dgm:t>
        <a:bodyPr/>
        <a:lstStyle/>
        <a:p>
          <a:r>
            <a:rPr lang="zh-TW" altLang="en-US" sz="1000" dirty="0"/>
            <a:t>設定資料路徑 </a:t>
          </a:r>
          <a:r>
            <a:rPr lang="en-US" sz="1000" dirty="0"/>
            <a:t>data/NEW</a:t>
          </a:r>
          <a:endParaRPr lang="LID4096" sz="1000" dirty="0"/>
        </a:p>
      </dgm:t>
    </dgm:pt>
    <dgm:pt modelId="{BB4707E4-17A8-45F4-96DE-655FCF6AAB45}" type="parTrans" cxnId="{2B5561D1-C3A3-4296-A54A-90ECAB2FC807}">
      <dgm:prSet/>
      <dgm:spPr/>
      <dgm:t>
        <a:bodyPr/>
        <a:lstStyle/>
        <a:p>
          <a:endParaRPr lang="LID4096"/>
        </a:p>
      </dgm:t>
    </dgm:pt>
    <dgm:pt modelId="{E6AD2485-927C-48D5-8B06-CEAF621AE455}" type="sibTrans" cxnId="{2B5561D1-C3A3-4296-A54A-90ECAB2FC807}">
      <dgm:prSet/>
      <dgm:spPr/>
      <dgm:t>
        <a:bodyPr/>
        <a:lstStyle/>
        <a:p>
          <a:endParaRPr lang="LID4096"/>
        </a:p>
      </dgm:t>
    </dgm:pt>
    <dgm:pt modelId="{1CB35D31-3B7B-4FB5-BAE8-4CD4854C5617}">
      <dgm:prSet custT="1"/>
      <dgm:spPr/>
      <dgm:t>
        <a:bodyPr/>
        <a:lstStyle/>
        <a:p>
          <a:r>
            <a:rPr lang="zh-TW" altLang="en-US" sz="1000" dirty="0"/>
            <a:t>設定目標商品：</a:t>
          </a:r>
          <a:br>
            <a:rPr lang="en-US" altLang="zh-TW" sz="1000" dirty="0"/>
          </a:br>
          <a:r>
            <a:rPr lang="en-US" sz="1000" dirty="0"/>
            <a:t> ├─ TXFB6</a:t>
          </a:r>
          <a:br>
            <a:rPr lang="en-US" sz="1000" dirty="0"/>
          </a:br>
          <a:r>
            <a:rPr lang="en-US" sz="1000" dirty="0"/>
            <a:t> └─ MXFB6</a:t>
          </a:r>
          <a:endParaRPr lang="LID4096" sz="1000" dirty="0"/>
        </a:p>
      </dgm:t>
    </dgm:pt>
    <dgm:pt modelId="{1A41C507-7FC7-470E-B672-2F6DCF636B98}" type="parTrans" cxnId="{D5006848-B2D3-4570-95DF-2419E9A24306}">
      <dgm:prSet/>
      <dgm:spPr/>
      <dgm:t>
        <a:bodyPr/>
        <a:lstStyle/>
        <a:p>
          <a:endParaRPr lang="LID4096"/>
        </a:p>
      </dgm:t>
    </dgm:pt>
    <dgm:pt modelId="{888178E7-6E43-4081-A08D-F52AEF4930B2}" type="sibTrans" cxnId="{D5006848-B2D3-4570-95DF-2419E9A24306}">
      <dgm:prSet/>
      <dgm:spPr/>
      <dgm:t>
        <a:bodyPr/>
        <a:lstStyle/>
        <a:p>
          <a:endParaRPr lang="LID4096"/>
        </a:p>
      </dgm:t>
    </dgm:pt>
    <dgm:pt modelId="{71D00F09-4672-4B91-A8DA-4A2FDE601C6C}">
      <dgm:prSet custT="1"/>
      <dgm:spPr/>
      <dgm:t>
        <a:bodyPr/>
        <a:lstStyle/>
        <a:p>
          <a:r>
            <a:rPr lang="zh-TW" altLang="en-US" sz="1000" dirty="0"/>
            <a:t>讀取 </a:t>
          </a:r>
          <a:r>
            <a:rPr lang="en-US" sz="1000" dirty="0"/>
            <a:t>CSV</a:t>
          </a:r>
          <a:endParaRPr lang="LID4096" sz="1000" dirty="0"/>
        </a:p>
      </dgm:t>
    </dgm:pt>
    <dgm:pt modelId="{1E0CCC80-B01B-4C32-8547-DF2106484079}" type="parTrans" cxnId="{D24B42B0-805F-4AA6-BE4A-A224B54DBC09}">
      <dgm:prSet/>
      <dgm:spPr/>
      <dgm:t>
        <a:bodyPr/>
        <a:lstStyle/>
        <a:p>
          <a:endParaRPr lang="LID4096"/>
        </a:p>
      </dgm:t>
    </dgm:pt>
    <dgm:pt modelId="{C77081F7-7C0A-4212-815B-1AA9C7442D1D}" type="sibTrans" cxnId="{D24B42B0-805F-4AA6-BE4A-A224B54DBC09}">
      <dgm:prSet/>
      <dgm:spPr/>
      <dgm:t>
        <a:bodyPr/>
        <a:lstStyle/>
        <a:p>
          <a:endParaRPr lang="LID4096"/>
        </a:p>
      </dgm:t>
    </dgm:pt>
    <dgm:pt modelId="{1F88A288-E3B0-4092-A2C6-823DE6AA8BAE}">
      <dgm:prSet custT="1"/>
      <dgm:spPr/>
      <dgm:t>
        <a:bodyPr/>
        <a:lstStyle/>
        <a:p>
          <a:r>
            <a:rPr lang="zh-TW" altLang="en-US" sz="1000" dirty="0"/>
            <a:t>拆成：</a:t>
          </a:r>
          <a:br>
            <a:rPr lang="en-US" altLang="zh-TW" sz="1000" dirty="0"/>
          </a:br>
          <a:r>
            <a:rPr lang="en-US" sz="1000" dirty="0"/>
            <a:t> ├─ </a:t>
          </a:r>
          <a:r>
            <a:rPr lang="en-US" sz="1000" dirty="0" err="1"/>
            <a:t>lob_frames</a:t>
          </a:r>
          <a:br>
            <a:rPr lang="en-US" sz="1000" dirty="0"/>
          </a:br>
          <a:r>
            <a:rPr lang="en-US" sz="1000" dirty="0"/>
            <a:t> └─ </a:t>
          </a:r>
          <a:r>
            <a:rPr lang="en-US" sz="1000" dirty="0" err="1"/>
            <a:t>trade_frames</a:t>
          </a:r>
          <a:endParaRPr lang="LID4096" sz="1000" dirty="0"/>
        </a:p>
      </dgm:t>
    </dgm:pt>
    <dgm:pt modelId="{568F4D92-662F-45C7-B36F-316152A56E6E}" type="parTrans" cxnId="{4EA45CBA-627D-4A39-B96D-9F051272E0F4}">
      <dgm:prSet/>
      <dgm:spPr/>
      <dgm:t>
        <a:bodyPr/>
        <a:lstStyle/>
        <a:p>
          <a:endParaRPr lang="LID4096"/>
        </a:p>
      </dgm:t>
    </dgm:pt>
    <dgm:pt modelId="{3FAA794D-68EB-4E9A-895C-4DD61CAB96EE}" type="sibTrans" cxnId="{4EA45CBA-627D-4A39-B96D-9F051272E0F4}">
      <dgm:prSet/>
      <dgm:spPr/>
      <dgm:t>
        <a:bodyPr/>
        <a:lstStyle/>
        <a:p>
          <a:endParaRPr lang="LID4096"/>
        </a:p>
      </dgm:t>
    </dgm:pt>
    <dgm:pt modelId="{3FB53310-D757-441A-8244-7765B994F212}">
      <dgm:prSet custT="1"/>
      <dgm:spPr/>
      <dgm:t>
        <a:bodyPr/>
        <a:lstStyle/>
        <a:p>
          <a:r>
            <a:rPr lang="zh-TW" altLang="en-US" sz="1000" dirty="0"/>
            <a:t>取得 </a:t>
          </a:r>
          <a:r>
            <a:rPr lang="en-US" sz="1000" dirty="0" err="1"/>
            <a:t>execution_aware</a:t>
          </a:r>
          <a:r>
            <a:rPr lang="en-US" sz="1000" dirty="0"/>
            <a:t> </a:t>
          </a:r>
          <a:r>
            <a:rPr lang="zh-TW" altLang="en-US" sz="1000" dirty="0"/>
            <a:t>特徵</a:t>
          </a:r>
          <a:r>
            <a:rPr lang="zh-TW" altLang="en-US" sz="1000"/>
            <a:t>欄位</a:t>
          </a:r>
          <a:endParaRPr lang="LID4096" sz="1000" dirty="0"/>
        </a:p>
      </dgm:t>
    </dgm:pt>
    <dgm:pt modelId="{3D7D6F76-D20C-48E2-B589-33E420A3C9B8}" type="parTrans" cxnId="{5B1E8BAE-A398-4A20-B89D-5A827F135EE2}">
      <dgm:prSet/>
      <dgm:spPr/>
      <dgm:t>
        <a:bodyPr/>
        <a:lstStyle/>
        <a:p>
          <a:endParaRPr lang="LID4096"/>
        </a:p>
      </dgm:t>
    </dgm:pt>
    <dgm:pt modelId="{E80DB0AB-ABBC-40A7-B481-BD811F87F485}" type="sibTrans" cxnId="{5B1E8BAE-A398-4A20-B89D-5A827F135EE2}">
      <dgm:prSet/>
      <dgm:spPr/>
      <dgm:t>
        <a:bodyPr/>
        <a:lstStyle/>
        <a:p>
          <a:endParaRPr lang="LID4096"/>
        </a:p>
      </dgm:t>
    </dgm:pt>
    <dgm:pt modelId="{EAB4E3CD-8B8C-4243-86E2-AAF6192D4934}">
      <dgm:prSet custT="1"/>
      <dgm:spPr/>
      <dgm:t>
        <a:bodyPr/>
        <a:lstStyle/>
        <a:p>
          <a:r>
            <a:rPr lang="zh-TW" altLang="en-US" sz="1000"/>
            <a:t>對每個商品 </a:t>
          </a:r>
          <a:r>
            <a:rPr lang="en-US" sz="1000"/>
            <a:t>symbol：</a:t>
          </a:r>
          <a:endParaRPr lang="LID4096" sz="1000"/>
        </a:p>
      </dgm:t>
    </dgm:pt>
    <dgm:pt modelId="{D57D9D90-BF0C-446D-924C-EFA611D7ED0C}" type="parTrans" cxnId="{F91DF2DD-B2EE-4C7D-A56F-D6BDE0B513BA}">
      <dgm:prSet/>
      <dgm:spPr/>
      <dgm:t>
        <a:bodyPr/>
        <a:lstStyle/>
        <a:p>
          <a:endParaRPr lang="LID4096"/>
        </a:p>
      </dgm:t>
    </dgm:pt>
    <dgm:pt modelId="{003F476C-5526-4EFF-8737-A281400C8702}" type="sibTrans" cxnId="{F91DF2DD-B2EE-4C7D-A56F-D6BDE0B513BA}">
      <dgm:prSet/>
      <dgm:spPr/>
      <dgm:t>
        <a:bodyPr/>
        <a:lstStyle/>
        <a:p>
          <a:endParaRPr lang="LID4096"/>
        </a:p>
      </dgm:t>
    </dgm:pt>
    <dgm:pt modelId="{AEB59AED-7E2B-41C4-BAF7-DDC44AA73F45}">
      <dgm:prSet custT="1"/>
      <dgm:spPr/>
      <dgm:t>
        <a:bodyPr/>
        <a:lstStyle/>
        <a:p>
          <a:r>
            <a:rPr lang="zh-TW" altLang="en-US" sz="1000" dirty="0"/>
            <a:t>對每個 </a:t>
          </a:r>
          <a:r>
            <a:rPr lang="en-US" sz="1000" dirty="0" err="1"/>
            <a:t>session_id</a:t>
          </a:r>
          <a:r>
            <a:rPr lang="en-US" sz="1000" dirty="0"/>
            <a:t>：</a:t>
          </a:r>
          <a:br>
            <a:rPr lang="en-US" sz="1000" dirty="0"/>
          </a:br>
          <a:r>
            <a:rPr lang="zh-TW" altLang="en-US" sz="1000" dirty="0"/>
            <a:t>檢查資料是否足夠</a:t>
          </a:r>
          <a:br>
            <a:rPr lang="en-US" altLang="zh-TW" sz="1000" dirty="0"/>
          </a:br>
          <a:r>
            <a:rPr lang="zh-TW" altLang="en-US" sz="1000" dirty="0"/>
            <a:t>├─ 不足 → </a:t>
          </a:r>
          <a:r>
            <a:rPr lang="en-US" sz="1000" dirty="0"/>
            <a:t>skip</a:t>
          </a:r>
          <a:br>
            <a:rPr lang="en-US" sz="1000" dirty="0"/>
          </a:br>
          <a:r>
            <a:rPr lang="zh-TW" altLang="en-US" sz="1000" dirty="0"/>
            <a:t>└─ 足夠 → 繼續</a:t>
          </a:r>
          <a:endParaRPr lang="LID4096" sz="1000" dirty="0"/>
        </a:p>
      </dgm:t>
    </dgm:pt>
    <dgm:pt modelId="{947488A9-CD96-47EB-9686-72C142F5A565}" type="parTrans" cxnId="{66068D1C-7DF6-40D3-BAE8-8BB6C4767474}">
      <dgm:prSet/>
      <dgm:spPr/>
      <dgm:t>
        <a:bodyPr/>
        <a:lstStyle/>
        <a:p>
          <a:endParaRPr lang="LID4096"/>
        </a:p>
      </dgm:t>
    </dgm:pt>
    <dgm:pt modelId="{3DEDA61E-1922-4AF3-9654-6DA4757C4985}" type="sibTrans" cxnId="{66068D1C-7DF6-40D3-BAE8-8BB6C4767474}">
      <dgm:prSet/>
      <dgm:spPr/>
      <dgm:t>
        <a:bodyPr/>
        <a:lstStyle/>
        <a:p>
          <a:endParaRPr lang="LID4096"/>
        </a:p>
      </dgm:t>
    </dgm:pt>
    <dgm:pt modelId="{F1BA025D-CC6C-4874-B6A4-DCFDBEBCFB9B}">
      <dgm:prSet custT="1"/>
      <dgm:spPr/>
      <dgm:t>
        <a:bodyPr/>
        <a:lstStyle/>
        <a:p>
          <a:r>
            <a:rPr lang="zh-TW" altLang="en-US" sz="1000" dirty="0"/>
            <a:t>推估 </a:t>
          </a:r>
          <a:r>
            <a:rPr lang="en-US" sz="1000" dirty="0" err="1"/>
            <a:t>tick_size</a:t>
          </a:r>
          <a:endParaRPr lang="LID4096" sz="1000" dirty="0"/>
        </a:p>
      </dgm:t>
    </dgm:pt>
    <dgm:pt modelId="{6DA129AA-8F69-4CFE-8C58-9E1EB2441ADA}" type="parTrans" cxnId="{7E3FA031-F120-4A76-A172-E473239C2B00}">
      <dgm:prSet/>
      <dgm:spPr/>
      <dgm:t>
        <a:bodyPr/>
        <a:lstStyle/>
        <a:p>
          <a:endParaRPr lang="LID4096"/>
        </a:p>
      </dgm:t>
    </dgm:pt>
    <dgm:pt modelId="{DDD49341-D404-4D0F-B93B-477A9EE65E0A}" type="sibTrans" cxnId="{7E3FA031-F120-4A76-A172-E473239C2B00}">
      <dgm:prSet/>
      <dgm:spPr/>
      <dgm:t>
        <a:bodyPr/>
        <a:lstStyle/>
        <a:p>
          <a:endParaRPr lang="LID4096"/>
        </a:p>
      </dgm:t>
    </dgm:pt>
    <dgm:pt modelId="{20C1A28D-0FA9-49B9-8AB0-4B2148EC685B}">
      <dgm:prSet custT="1"/>
      <dgm:spPr/>
      <dgm:t>
        <a:bodyPr/>
        <a:lstStyle/>
        <a:p>
          <a:r>
            <a:rPr lang="zh-TW" altLang="en-US" sz="1000" dirty="0"/>
            <a:t>建立 </a:t>
          </a:r>
          <a:r>
            <a:rPr lang="en-US" sz="1000" dirty="0" err="1"/>
            <a:t>feature_frame</a:t>
          </a:r>
          <a:endParaRPr lang="LID4096" sz="1000" dirty="0"/>
        </a:p>
      </dgm:t>
    </dgm:pt>
    <dgm:pt modelId="{6C580058-A192-459C-BEC0-23465D9377C6}" type="parTrans" cxnId="{9D2AC2C6-25BC-46B2-92CE-D4E8AEC1F330}">
      <dgm:prSet/>
      <dgm:spPr/>
      <dgm:t>
        <a:bodyPr/>
        <a:lstStyle/>
        <a:p>
          <a:endParaRPr lang="LID4096"/>
        </a:p>
      </dgm:t>
    </dgm:pt>
    <dgm:pt modelId="{950A1057-964B-476B-8BC1-5206C1D46252}" type="sibTrans" cxnId="{9D2AC2C6-25BC-46B2-92CE-D4E8AEC1F330}">
      <dgm:prSet/>
      <dgm:spPr/>
      <dgm:t>
        <a:bodyPr/>
        <a:lstStyle/>
        <a:p>
          <a:endParaRPr lang="LID4096"/>
        </a:p>
      </dgm:t>
    </dgm:pt>
    <dgm:pt modelId="{D16DDB21-36E8-48B0-85CF-1B35AB452128}">
      <dgm:prSet custT="1"/>
      <dgm:spPr/>
      <dgm:t>
        <a:bodyPr/>
        <a:lstStyle/>
        <a:p>
          <a:r>
            <a:rPr lang="zh-TW" altLang="en-US" sz="1000" dirty="0"/>
            <a:t>用 </a:t>
          </a:r>
          <a:r>
            <a:rPr lang="en-US" sz="1000" dirty="0" err="1"/>
            <a:t>WindowedLOBSequenceDataset</a:t>
          </a:r>
          <a:r>
            <a:rPr lang="en-US" sz="1000" dirty="0"/>
            <a:t> </a:t>
          </a:r>
          <a:r>
            <a:rPr lang="zh-TW" altLang="en-US" sz="1000" dirty="0"/>
            <a:t>切窗</a:t>
          </a:r>
          <a:endParaRPr lang="LID4096" sz="1000" dirty="0"/>
        </a:p>
      </dgm:t>
    </dgm:pt>
    <dgm:pt modelId="{275A22F6-DBE1-42A2-B4D4-AA691C897785}" type="parTrans" cxnId="{D1027AC7-D66A-4363-9ECE-4A210B5F5C85}">
      <dgm:prSet/>
      <dgm:spPr/>
      <dgm:t>
        <a:bodyPr/>
        <a:lstStyle/>
        <a:p>
          <a:endParaRPr lang="LID4096"/>
        </a:p>
      </dgm:t>
    </dgm:pt>
    <dgm:pt modelId="{7C87D456-DDD8-41BE-82DE-A701BA25BC78}" type="sibTrans" cxnId="{D1027AC7-D66A-4363-9ECE-4A210B5F5C85}">
      <dgm:prSet/>
      <dgm:spPr/>
      <dgm:t>
        <a:bodyPr/>
        <a:lstStyle/>
        <a:p>
          <a:endParaRPr lang="LID4096"/>
        </a:p>
      </dgm:t>
    </dgm:pt>
    <dgm:pt modelId="{07D45306-2D6A-44C4-A414-2C4A0B8DACFD}">
      <dgm:prSet custT="1"/>
      <dgm:spPr/>
      <dgm:t>
        <a:bodyPr/>
        <a:lstStyle/>
        <a:p>
          <a:r>
            <a:rPr lang="zh-TW" altLang="en-US" sz="1000" dirty="0"/>
            <a:t>逐筆取得：</a:t>
          </a:r>
          <a:endParaRPr lang="LID4096" sz="1000" dirty="0"/>
        </a:p>
      </dgm:t>
    </dgm:pt>
    <dgm:pt modelId="{85881A1D-9774-4380-89C7-24E6CB9B6734}" type="parTrans" cxnId="{DD3ED70E-2239-4C9C-BAEB-62A9CB6187EA}">
      <dgm:prSet/>
      <dgm:spPr/>
      <dgm:t>
        <a:bodyPr/>
        <a:lstStyle/>
        <a:p>
          <a:endParaRPr lang="LID4096"/>
        </a:p>
      </dgm:t>
    </dgm:pt>
    <dgm:pt modelId="{C3E5A9AF-BB92-47EF-B1C5-DDE4EDA67E5A}" type="sibTrans" cxnId="{DD3ED70E-2239-4C9C-BAEB-62A9CB6187EA}">
      <dgm:prSet/>
      <dgm:spPr/>
      <dgm:t>
        <a:bodyPr/>
        <a:lstStyle/>
        <a:p>
          <a:endParaRPr lang="LID4096"/>
        </a:p>
      </dgm:t>
    </dgm:pt>
    <dgm:pt modelId="{F1728D04-A3E1-40D4-8BB9-73142B2CFB0C}">
      <dgm:prSet custT="1"/>
      <dgm:spPr/>
      <dgm:t>
        <a:bodyPr/>
        <a:lstStyle/>
        <a:p>
          <a:r>
            <a:rPr lang="zh-TW" altLang="en-US" sz="1000" dirty="0"/>
            <a:t>因 </a:t>
          </a:r>
          <a:r>
            <a:rPr lang="en-US" sz="1000" dirty="0"/>
            <a:t>Random Forest </a:t>
          </a:r>
          <a:r>
            <a:rPr lang="zh-TW" altLang="en-US" sz="1000" dirty="0"/>
            <a:t>不吃序列</a:t>
          </a:r>
          <a:endParaRPr lang="LID4096" sz="1000" dirty="0"/>
        </a:p>
      </dgm:t>
    </dgm:pt>
    <dgm:pt modelId="{E70879A8-E434-4EDB-A3F9-7D88FB79DDC3}" type="parTrans" cxnId="{6ECBEFFA-0EB0-46DE-A450-16D616CBE71E}">
      <dgm:prSet/>
      <dgm:spPr/>
      <dgm:t>
        <a:bodyPr/>
        <a:lstStyle/>
        <a:p>
          <a:endParaRPr lang="LID4096"/>
        </a:p>
      </dgm:t>
    </dgm:pt>
    <dgm:pt modelId="{2B8E7501-069E-476D-9574-6A48D3A1964B}" type="sibTrans" cxnId="{6ECBEFFA-0EB0-46DE-A450-16D616CBE71E}">
      <dgm:prSet/>
      <dgm:spPr/>
      <dgm:t>
        <a:bodyPr/>
        <a:lstStyle/>
        <a:p>
          <a:endParaRPr lang="LID4096"/>
        </a:p>
      </dgm:t>
    </dgm:pt>
    <dgm:pt modelId="{D9F3E4D1-7E17-405E-B496-6ABC0A7182E6}">
      <dgm:prSet custT="1"/>
      <dgm:spPr/>
      <dgm:t>
        <a:bodyPr/>
        <a:lstStyle/>
        <a:p>
          <a:r>
            <a:rPr lang="zh-TW" altLang="en-US" sz="1000" dirty="0"/>
            <a:t>只取最後一個 </a:t>
          </a:r>
          <a:r>
            <a:rPr lang="en-US" sz="1000" dirty="0" err="1"/>
            <a:t>snapshot：X</a:t>
          </a:r>
          <a:r>
            <a:rPr lang="en-US" sz="1000" dirty="0"/>
            <a:t> = </a:t>
          </a:r>
          <a:r>
            <a:rPr lang="en-US" sz="1000" dirty="0" err="1"/>
            <a:t>X_seq</a:t>
          </a:r>
          <a:r>
            <a:rPr lang="en-US" sz="1000" dirty="0"/>
            <a:t>[-1, :]</a:t>
          </a:r>
          <a:endParaRPr lang="LID4096" sz="1000" dirty="0"/>
        </a:p>
      </dgm:t>
    </dgm:pt>
    <dgm:pt modelId="{9F086F94-F901-4DFE-8C18-96C1FF9EC2EB}" type="parTrans" cxnId="{EC908DF2-36B4-4EDB-BF24-957AFE18F250}">
      <dgm:prSet/>
      <dgm:spPr/>
      <dgm:t>
        <a:bodyPr/>
        <a:lstStyle/>
        <a:p>
          <a:endParaRPr lang="LID4096"/>
        </a:p>
      </dgm:t>
    </dgm:pt>
    <dgm:pt modelId="{0BB6A1E0-F593-42A2-BB30-8A5D7C785B2C}" type="sibTrans" cxnId="{EC908DF2-36B4-4EDB-BF24-957AFE18F250}">
      <dgm:prSet/>
      <dgm:spPr/>
      <dgm:t>
        <a:bodyPr/>
        <a:lstStyle/>
        <a:p>
          <a:endParaRPr lang="LID4096"/>
        </a:p>
      </dgm:t>
    </dgm:pt>
    <dgm:pt modelId="{4C27E2AE-3051-470A-8F97-FDF938E1B738}">
      <dgm:prSet custT="1"/>
      <dgm:spPr/>
      <dgm:t>
        <a:bodyPr/>
        <a:lstStyle/>
        <a:p>
          <a:r>
            <a:rPr lang="zh-TW" altLang="en-US" sz="1000"/>
            <a:t>累積所有 </a:t>
          </a:r>
          <a:r>
            <a:rPr lang="en-US" sz="1000"/>
            <a:t>X / y</a:t>
          </a:r>
          <a:endParaRPr lang="LID4096" sz="1000"/>
        </a:p>
      </dgm:t>
    </dgm:pt>
    <dgm:pt modelId="{BF085D64-648B-42E2-B545-0E14CFF77FF6}" type="parTrans" cxnId="{EFCD1DBE-6CC1-4060-9A33-37438F5ED8CF}">
      <dgm:prSet/>
      <dgm:spPr/>
      <dgm:t>
        <a:bodyPr/>
        <a:lstStyle/>
        <a:p>
          <a:endParaRPr lang="LID4096"/>
        </a:p>
      </dgm:t>
    </dgm:pt>
    <dgm:pt modelId="{82367AC4-03CC-4885-8B3F-B769FB0E8008}" type="sibTrans" cxnId="{EFCD1DBE-6CC1-4060-9A33-37438F5ED8CF}">
      <dgm:prSet/>
      <dgm:spPr/>
      <dgm:t>
        <a:bodyPr/>
        <a:lstStyle/>
        <a:p>
          <a:endParaRPr lang="LID4096"/>
        </a:p>
      </dgm:t>
    </dgm:pt>
    <dgm:pt modelId="{F16A9516-B297-4321-8138-893D73DF16B8}">
      <dgm:prSet custT="1"/>
      <dgm:spPr/>
      <dgm:t>
        <a:bodyPr/>
        <a:lstStyle/>
        <a:p>
          <a:r>
            <a:rPr lang="zh-TW" altLang="en-US" sz="1000" dirty="0"/>
            <a:t>訓練 </a:t>
          </a:r>
          <a:r>
            <a:rPr lang="en-US" sz="1000" dirty="0" err="1"/>
            <a:t>RandomForestClassifier</a:t>
          </a:r>
          <a:endParaRPr lang="LID4096" sz="1000" dirty="0"/>
        </a:p>
      </dgm:t>
    </dgm:pt>
    <dgm:pt modelId="{6532FD22-A72A-4BB2-AB0E-5A6BA43EC814}" type="parTrans" cxnId="{784DC8B3-D940-4E2C-B69E-041CFAE379C5}">
      <dgm:prSet/>
      <dgm:spPr/>
      <dgm:t>
        <a:bodyPr/>
        <a:lstStyle/>
        <a:p>
          <a:endParaRPr lang="LID4096"/>
        </a:p>
      </dgm:t>
    </dgm:pt>
    <dgm:pt modelId="{395567AE-DDA8-4B48-8E4B-4CB583D8BF0E}" type="sibTrans" cxnId="{784DC8B3-D940-4E2C-B69E-041CFAE379C5}">
      <dgm:prSet/>
      <dgm:spPr/>
      <dgm:t>
        <a:bodyPr/>
        <a:lstStyle/>
        <a:p>
          <a:endParaRPr lang="LID4096"/>
        </a:p>
      </dgm:t>
    </dgm:pt>
    <dgm:pt modelId="{22F3CE9E-D9EE-407A-9F2F-05B95DCBA5C8}">
      <dgm:prSet custT="1"/>
      <dgm:spPr/>
      <dgm:t>
        <a:bodyPr/>
        <a:lstStyle/>
        <a:p>
          <a:r>
            <a:rPr lang="zh-TW" altLang="en-US" sz="1000"/>
            <a:t>讀取 </a:t>
          </a:r>
          <a:r>
            <a:rPr lang="en-US" sz="1000"/>
            <a:t>rf.feature_importances_</a:t>
          </a:r>
          <a:endParaRPr lang="LID4096" sz="1000"/>
        </a:p>
      </dgm:t>
    </dgm:pt>
    <dgm:pt modelId="{CAD01255-A714-42B6-9E3C-E56296F9C98D}" type="parTrans" cxnId="{E506E6FE-1B39-4179-8940-9AD4A5F74180}">
      <dgm:prSet/>
      <dgm:spPr/>
      <dgm:t>
        <a:bodyPr/>
        <a:lstStyle/>
        <a:p>
          <a:endParaRPr lang="LID4096"/>
        </a:p>
      </dgm:t>
    </dgm:pt>
    <dgm:pt modelId="{88A9DF78-EBF7-4405-B696-F68E6286BA90}" type="sibTrans" cxnId="{E506E6FE-1B39-4179-8940-9AD4A5F74180}">
      <dgm:prSet/>
      <dgm:spPr/>
      <dgm:t>
        <a:bodyPr/>
        <a:lstStyle/>
        <a:p>
          <a:endParaRPr lang="LID4096"/>
        </a:p>
      </dgm:t>
    </dgm:pt>
    <dgm:pt modelId="{373FB922-7321-45C6-9A66-70449C09A1D8}">
      <dgm:prSet custT="1"/>
      <dgm:spPr/>
      <dgm:t>
        <a:bodyPr/>
        <a:lstStyle/>
        <a:p>
          <a:r>
            <a:rPr lang="zh-TW" altLang="en-US" sz="1000"/>
            <a:t>與 </a:t>
          </a:r>
          <a:r>
            <a:rPr lang="en-US" sz="1000"/>
            <a:t>feature_cols </a:t>
          </a:r>
          <a:r>
            <a:rPr lang="zh-TW" altLang="en-US" sz="1000"/>
            <a:t>對</a:t>
          </a:r>
          <a:endParaRPr lang="LID4096" sz="1000"/>
        </a:p>
      </dgm:t>
    </dgm:pt>
    <dgm:pt modelId="{1E97F651-656D-4721-BF3B-955E373697DB}" type="parTrans" cxnId="{8368FF50-F468-420C-8FA0-A66E52D00448}">
      <dgm:prSet/>
      <dgm:spPr/>
      <dgm:t>
        <a:bodyPr/>
        <a:lstStyle/>
        <a:p>
          <a:endParaRPr lang="LID4096"/>
        </a:p>
      </dgm:t>
    </dgm:pt>
    <dgm:pt modelId="{55984AB2-052C-4DA9-9659-C6E60759F10C}" type="sibTrans" cxnId="{8368FF50-F468-420C-8FA0-A66E52D00448}">
      <dgm:prSet/>
      <dgm:spPr/>
      <dgm:t>
        <a:bodyPr/>
        <a:lstStyle/>
        <a:p>
          <a:endParaRPr lang="LID4096"/>
        </a:p>
      </dgm:t>
    </dgm:pt>
    <dgm:pt modelId="{F65A6207-6DFF-4A2B-96A8-306184238D12}">
      <dgm:prSet custT="1"/>
      <dgm:spPr/>
      <dgm:t>
        <a:bodyPr/>
        <a:lstStyle/>
        <a:p>
          <a:r>
            <a:rPr lang="zh-TW" altLang="en-US" sz="1000"/>
            <a:t>由大到小排</a:t>
          </a:r>
          <a:endParaRPr lang="LID4096" sz="1000"/>
        </a:p>
      </dgm:t>
    </dgm:pt>
    <dgm:pt modelId="{447A61BB-BE87-4DE4-A88D-F4539B040CC2}" type="parTrans" cxnId="{D16D9372-0551-4406-BF2F-FDF81196B4EC}">
      <dgm:prSet/>
      <dgm:spPr/>
      <dgm:t>
        <a:bodyPr/>
        <a:lstStyle/>
        <a:p>
          <a:endParaRPr lang="LID4096"/>
        </a:p>
      </dgm:t>
    </dgm:pt>
    <dgm:pt modelId="{2EE9923E-C485-4C28-A437-4ADBDE189420}" type="sibTrans" cxnId="{D16D9372-0551-4406-BF2F-FDF81196B4EC}">
      <dgm:prSet/>
      <dgm:spPr/>
      <dgm:t>
        <a:bodyPr/>
        <a:lstStyle/>
        <a:p>
          <a:endParaRPr lang="LID4096"/>
        </a:p>
      </dgm:t>
    </dgm:pt>
    <dgm:pt modelId="{47C9E057-191C-4B4D-9399-BAADA9956C43}">
      <dgm:prSet custT="1"/>
      <dgm:spPr/>
      <dgm:t>
        <a:bodyPr/>
        <a:lstStyle/>
        <a:p>
          <a:r>
            <a:rPr lang="zh-TW" altLang="en-US" sz="1000"/>
            <a:t>輸出 </a:t>
          </a:r>
          <a:r>
            <a:rPr lang="en-US" sz="1000"/>
            <a:t>feature importance rankin</a:t>
          </a:r>
          <a:endParaRPr lang="LID4096" sz="1000"/>
        </a:p>
      </dgm:t>
    </dgm:pt>
    <dgm:pt modelId="{283AB673-DB51-4D89-BBE9-4A98AAA0FCF7}" type="parTrans" cxnId="{650284BE-C183-4E04-825F-20FEF28AC070}">
      <dgm:prSet/>
      <dgm:spPr/>
      <dgm:t>
        <a:bodyPr/>
        <a:lstStyle/>
        <a:p>
          <a:endParaRPr lang="LID4096"/>
        </a:p>
      </dgm:t>
    </dgm:pt>
    <dgm:pt modelId="{C16F69B8-4E04-48C3-A51B-8C49B6437E5B}" type="sibTrans" cxnId="{650284BE-C183-4E04-825F-20FEF28AC070}">
      <dgm:prSet/>
      <dgm:spPr/>
      <dgm:t>
        <a:bodyPr/>
        <a:lstStyle/>
        <a:p>
          <a:endParaRPr lang="LID4096"/>
        </a:p>
      </dgm:t>
    </dgm:pt>
    <dgm:pt modelId="{CC2986CD-E433-4A98-B1A6-E440C5BAC4B1}">
      <dgm:prSet custT="1"/>
      <dgm:spPr/>
      <dgm:t>
        <a:bodyPr/>
        <a:lstStyle/>
        <a:p>
          <a:r>
            <a:rPr lang="zh-TW" altLang="en-US" sz="1000" dirty="0"/>
            <a:t>存成 </a:t>
          </a:r>
          <a:r>
            <a:rPr lang="en-US" altLang="zh-TW" sz="1000" dirty="0"/>
            <a:t>001_</a:t>
          </a:r>
          <a:r>
            <a:rPr lang="en-US" sz="1000" dirty="0"/>
            <a:t>feature_importance.csv</a:t>
          </a:r>
          <a:endParaRPr lang="LID4096" sz="1000" dirty="0"/>
        </a:p>
      </dgm:t>
    </dgm:pt>
    <dgm:pt modelId="{6C6D6101-A1BF-4271-998C-CDA4CD958320}" type="parTrans" cxnId="{F93C8995-EF5D-4B29-8598-45273DEFE6F3}">
      <dgm:prSet/>
      <dgm:spPr/>
      <dgm:t>
        <a:bodyPr/>
        <a:lstStyle/>
        <a:p>
          <a:endParaRPr lang="LID4096"/>
        </a:p>
      </dgm:t>
    </dgm:pt>
    <dgm:pt modelId="{0D7C8D26-5E2D-4050-B51A-A415D32B0B48}" type="sibTrans" cxnId="{F93C8995-EF5D-4B29-8598-45273DEFE6F3}">
      <dgm:prSet/>
      <dgm:spPr/>
      <dgm:t>
        <a:bodyPr/>
        <a:lstStyle/>
        <a:p>
          <a:endParaRPr lang="LID4096"/>
        </a:p>
      </dgm:t>
    </dgm:pt>
    <dgm:pt modelId="{E433AFEC-C9DE-4BB8-AF96-87386DA2E48F}">
      <dgm:prSet custT="1"/>
      <dgm:spPr/>
      <dgm:t>
        <a:bodyPr/>
        <a:lstStyle/>
        <a:p>
          <a:r>
            <a:rPr lang="zh-TW" altLang="en-US" sz="1000" dirty="0"/>
            <a:t>結束</a:t>
          </a:r>
          <a:endParaRPr lang="LID4096" sz="1000" dirty="0"/>
        </a:p>
      </dgm:t>
    </dgm:pt>
    <dgm:pt modelId="{BBC77185-A278-4392-862D-A60B7DA3C51F}" type="parTrans" cxnId="{7DC0D93B-8F75-4164-B9AB-50EABF2984C3}">
      <dgm:prSet/>
      <dgm:spPr/>
      <dgm:t>
        <a:bodyPr/>
        <a:lstStyle/>
        <a:p>
          <a:endParaRPr lang="LID4096"/>
        </a:p>
      </dgm:t>
    </dgm:pt>
    <dgm:pt modelId="{3DD6FAAF-0464-4D53-A57A-AD71C7829C99}" type="sibTrans" cxnId="{7DC0D93B-8F75-4164-B9AB-50EABF2984C3}">
      <dgm:prSet/>
      <dgm:spPr/>
      <dgm:t>
        <a:bodyPr/>
        <a:lstStyle/>
        <a:p>
          <a:endParaRPr lang="LID4096"/>
        </a:p>
      </dgm:t>
    </dgm:pt>
    <dgm:pt modelId="{A50D8E5A-718D-4E75-8482-B3FEAB0BE13C}">
      <dgm:prSet custT="1"/>
      <dgm:spPr/>
      <dgm:t>
        <a:bodyPr/>
        <a:lstStyle/>
        <a:p>
          <a:br>
            <a:rPr lang="en-US" altLang="zh-TW" sz="1000"/>
          </a:br>
          <a:r>
            <a:rPr lang="en-US" sz="1000"/>
            <a:t>├─ X_seq = </a:t>
          </a:r>
          <a:r>
            <a:rPr lang="zh-TW" altLang="en-US" sz="1000"/>
            <a:t>過去 </a:t>
          </a:r>
          <a:r>
            <a:rPr lang="en-US" altLang="zh-TW" sz="1000"/>
            <a:t>100 </a:t>
          </a:r>
          <a:r>
            <a:rPr lang="en-US" sz="1000"/>
            <a:t>events </a:t>
          </a:r>
          <a:r>
            <a:rPr lang="zh-TW" altLang="en-US" sz="1000"/>
            <a:t>的特徵序列</a:t>
          </a:r>
          <a:br>
            <a:rPr lang="en-US" altLang="zh-TW" sz="1000"/>
          </a:br>
          <a:r>
            <a:rPr lang="en-US" sz="1000"/>
            <a:t>└─ y_val = </a:t>
          </a:r>
          <a:r>
            <a:rPr lang="zh-TW" altLang="en-US" sz="1000"/>
            <a:t>未來 </a:t>
          </a:r>
          <a:r>
            <a:rPr lang="en-US" altLang="zh-TW" sz="1000"/>
            <a:t>10 </a:t>
          </a:r>
          <a:r>
            <a:rPr lang="en-US" sz="1000"/>
            <a:t>events </a:t>
          </a:r>
          <a:r>
            <a:rPr lang="zh-TW" altLang="en-US" sz="1000"/>
            <a:t>的方向標籤</a:t>
          </a:r>
          <a:endParaRPr lang="LID4096" sz="1000" dirty="0"/>
        </a:p>
      </dgm:t>
    </dgm:pt>
    <dgm:pt modelId="{6D581AFF-E458-47B5-A2B4-AC979E9B7BCA}" type="parTrans" cxnId="{B50C6BB0-1E8A-4BF5-93F1-E3B89ED965B8}">
      <dgm:prSet/>
      <dgm:spPr/>
      <dgm:t>
        <a:bodyPr/>
        <a:lstStyle/>
        <a:p>
          <a:endParaRPr lang="LID4096"/>
        </a:p>
      </dgm:t>
    </dgm:pt>
    <dgm:pt modelId="{990EF6FD-251E-4765-90EA-35453220D9B6}" type="sibTrans" cxnId="{B50C6BB0-1E8A-4BF5-93F1-E3B89ED965B8}">
      <dgm:prSet/>
      <dgm:spPr/>
      <dgm:t>
        <a:bodyPr/>
        <a:lstStyle/>
        <a:p>
          <a:endParaRPr lang="LID4096"/>
        </a:p>
      </dgm:t>
    </dgm:pt>
    <dgm:pt modelId="{8110A233-E710-4571-9EBE-0C5B46F3535B}" type="pres">
      <dgm:prSet presAssocID="{4A53D5B4-4F99-46B0-8FC7-F0FADC83BFB5}" presName="diagram" presStyleCnt="0">
        <dgm:presLayoutVars>
          <dgm:dir/>
          <dgm:resizeHandles val="exact"/>
        </dgm:presLayoutVars>
      </dgm:prSet>
      <dgm:spPr/>
    </dgm:pt>
    <dgm:pt modelId="{08F742BE-8078-4578-9F07-8AEB32677A15}" type="pres">
      <dgm:prSet presAssocID="{B8C51A6D-4740-4EB7-97DA-315A01D2F569}" presName="node" presStyleLbl="node1" presStyleIdx="0" presStyleCnt="28">
        <dgm:presLayoutVars>
          <dgm:bulletEnabled val="1"/>
        </dgm:presLayoutVars>
      </dgm:prSet>
      <dgm:spPr/>
    </dgm:pt>
    <dgm:pt modelId="{E31D951F-EDC7-408C-AC4C-89CCE8454B90}" type="pres">
      <dgm:prSet presAssocID="{D44ACDFD-E90E-4B66-BF85-7A2DD806B6EB}" presName="sibTrans" presStyleLbl="sibTrans2D1" presStyleIdx="0" presStyleCnt="27"/>
      <dgm:spPr/>
    </dgm:pt>
    <dgm:pt modelId="{6FD49831-1671-4CB9-A080-883697219DFD}" type="pres">
      <dgm:prSet presAssocID="{D44ACDFD-E90E-4B66-BF85-7A2DD806B6EB}" presName="connectorText" presStyleLbl="sibTrans2D1" presStyleIdx="0" presStyleCnt="27"/>
      <dgm:spPr/>
    </dgm:pt>
    <dgm:pt modelId="{C77CA9A4-1873-435F-B923-8AB4FD178A76}" type="pres">
      <dgm:prSet presAssocID="{250223B3-8BB8-4764-B454-C26EDCA5EC23}" presName="node" presStyleLbl="node1" presStyleIdx="1" presStyleCnt="28">
        <dgm:presLayoutVars>
          <dgm:bulletEnabled val="1"/>
        </dgm:presLayoutVars>
      </dgm:prSet>
      <dgm:spPr/>
    </dgm:pt>
    <dgm:pt modelId="{6578744E-A1B6-4FF2-BA99-420A0585D6EA}" type="pres">
      <dgm:prSet presAssocID="{5B1EE914-FDF8-4A0F-8885-78356233B0C4}" presName="sibTrans" presStyleLbl="sibTrans2D1" presStyleIdx="1" presStyleCnt="27"/>
      <dgm:spPr/>
    </dgm:pt>
    <dgm:pt modelId="{96F3ABE7-D16B-45FC-989D-FBBA85A211BE}" type="pres">
      <dgm:prSet presAssocID="{5B1EE914-FDF8-4A0F-8885-78356233B0C4}" presName="connectorText" presStyleLbl="sibTrans2D1" presStyleIdx="1" presStyleCnt="27"/>
      <dgm:spPr/>
    </dgm:pt>
    <dgm:pt modelId="{1CC9289F-AF2D-4244-B8B5-F215B271009B}" type="pres">
      <dgm:prSet presAssocID="{8B48A213-0B9B-4A34-83A0-DC44DF2111FB}" presName="node" presStyleLbl="node1" presStyleIdx="2" presStyleCnt="28">
        <dgm:presLayoutVars>
          <dgm:bulletEnabled val="1"/>
        </dgm:presLayoutVars>
      </dgm:prSet>
      <dgm:spPr/>
    </dgm:pt>
    <dgm:pt modelId="{2431E1C7-91CF-4642-898F-C860F459153E}" type="pres">
      <dgm:prSet presAssocID="{74D1648A-C9BF-4615-835D-0232FDF52F88}" presName="sibTrans" presStyleLbl="sibTrans2D1" presStyleIdx="2" presStyleCnt="27"/>
      <dgm:spPr/>
    </dgm:pt>
    <dgm:pt modelId="{13D5294A-712A-4E78-BBE3-7C04F4B40AF4}" type="pres">
      <dgm:prSet presAssocID="{74D1648A-C9BF-4615-835D-0232FDF52F88}" presName="connectorText" presStyleLbl="sibTrans2D1" presStyleIdx="2" presStyleCnt="27"/>
      <dgm:spPr/>
    </dgm:pt>
    <dgm:pt modelId="{1ECAC14A-4D36-45C3-A89A-DC713A55894F}" type="pres">
      <dgm:prSet presAssocID="{9F29CF4E-C032-4DAC-A2F9-A7BEF1A5C286}" presName="node" presStyleLbl="node1" presStyleIdx="3" presStyleCnt="28">
        <dgm:presLayoutVars>
          <dgm:bulletEnabled val="1"/>
        </dgm:presLayoutVars>
      </dgm:prSet>
      <dgm:spPr/>
    </dgm:pt>
    <dgm:pt modelId="{89289A47-75EF-4856-BC1A-B3E8E6D4FBF4}" type="pres">
      <dgm:prSet presAssocID="{3A80EF2F-CB3C-4E08-A22C-B5D11C9BDC16}" presName="sibTrans" presStyleLbl="sibTrans2D1" presStyleIdx="3" presStyleCnt="27"/>
      <dgm:spPr/>
    </dgm:pt>
    <dgm:pt modelId="{DB34882C-69AC-4FAC-8DCB-0EAECB2EEDFF}" type="pres">
      <dgm:prSet presAssocID="{3A80EF2F-CB3C-4E08-A22C-B5D11C9BDC16}" presName="connectorText" presStyleLbl="sibTrans2D1" presStyleIdx="3" presStyleCnt="27"/>
      <dgm:spPr/>
    </dgm:pt>
    <dgm:pt modelId="{286CC3BE-6A6D-4E8E-BB00-41C5ACE7D088}" type="pres">
      <dgm:prSet presAssocID="{C916255F-9FD9-4B73-BC0F-84B562D93F41}" presName="node" presStyleLbl="node1" presStyleIdx="4" presStyleCnt="28">
        <dgm:presLayoutVars>
          <dgm:bulletEnabled val="1"/>
        </dgm:presLayoutVars>
      </dgm:prSet>
      <dgm:spPr/>
    </dgm:pt>
    <dgm:pt modelId="{B8ABC951-5296-4AC9-A3F3-DB7BB45DBB00}" type="pres">
      <dgm:prSet presAssocID="{74020D12-532F-40CC-9708-3D0A77DDC763}" presName="sibTrans" presStyleLbl="sibTrans2D1" presStyleIdx="4" presStyleCnt="27"/>
      <dgm:spPr/>
    </dgm:pt>
    <dgm:pt modelId="{F174EABE-5C85-4638-8B22-2997040AB973}" type="pres">
      <dgm:prSet presAssocID="{74020D12-532F-40CC-9708-3D0A77DDC763}" presName="connectorText" presStyleLbl="sibTrans2D1" presStyleIdx="4" presStyleCnt="27"/>
      <dgm:spPr/>
    </dgm:pt>
    <dgm:pt modelId="{53D2B761-0627-47D3-A200-1F1252C7F1E3}" type="pres">
      <dgm:prSet presAssocID="{55B6D8C5-D7A7-40B3-AC98-5314A0BF639C}" presName="node" presStyleLbl="node1" presStyleIdx="5" presStyleCnt="28">
        <dgm:presLayoutVars>
          <dgm:bulletEnabled val="1"/>
        </dgm:presLayoutVars>
      </dgm:prSet>
      <dgm:spPr/>
    </dgm:pt>
    <dgm:pt modelId="{43150C81-570A-46D3-A683-6FD08C28335B}" type="pres">
      <dgm:prSet presAssocID="{CBB87E03-C3B1-4653-9C4E-98A69BB77F89}" presName="sibTrans" presStyleLbl="sibTrans2D1" presStyleIdx="5" presStyleCnt="27"/>
      <dgm:spPr/>
    </dgm:pt>
    <dgm:pt modelId="{D865396D-203E-4D60-BA32-E1A53501F09E}" type="pres">
      <dgm:prSet presAssocID="{CBB87E03-C3B1-4653-9C4E-98A69BB77F89}" presName="connectorText" presStyleLbl="sibTrans2D1" presStyleIdx="5" presStyleCnt="27"/>
      <dgm:spPr/>
    </dgm:pt>
    <dgm:pt modelId="{81A2DF51-5B65-4BBE-B8F6-133A05691198}" type="pres">
      <dgm:prSet presAssocID="{1E8D9BFC-4F4F-440F-93BC-DF93F3E9A5B7}" presName="node" presStyleLbl="node1" presStyleIdx="6" presStyleCnt="28">
        <dgm:presLayoutVars>
          <dgm:bulletEnabled val="1"/>
        </dgm:presLayoutVars>
      </dgm:prSet>
      <dgm:spPr/>
    </dgm:pt>
    <dgm:pt modelId="{009E982D-18A0-4636-B298-DAAE31355CF0}" type="pres">
      <dgm:prSet presAssocID="{E6AD2485-927C-48D5-8B06-CEAF621AE455}" presName="sibTrans" presStyleLbl="sibTrans2D1" presStyleIdx="6" presStyleCnt="27"/>
      <dgm:spPr/>
    </dgm:pt>
    <dgm:pt modelId="{DC3B8387-A9FA-4681-A293-7FE4ACA2748C}" type="pres">
      <dgm:prSet presAssocID="{E6AD2485-927C-48D5-8B06-CEAF621AE455}" presName="connectorText" presStyleLbl="sibTrans2D1" presStyleIdx="6" presStyleCnt="27"/>
      <dgm:spPr/>
    </dgm:pt>
    <dgm:pt modelId="{D4530E2E-F481-4585-B85D-6BA1B8EFD3D7}" type="pres">
      <dgm:prSet presAssocID="{1CB35D31-3B7B-4FB5-BAE8-4CD4854C5617}" presName="node" presStyleLbl="node1" presStyleIdx="7" presStyleCnt="28">
        <dgm:presLayoutVars>
          <dgm:bulletEnabled val="1"/>
        </dgm:presLayoutVars>
      </dgm:prSet>
      <dgm:spPr/>
    </dgm:pt>
    <dgm:pt modelId="{1378E5EB-9E7D-4BD7-BB8F-FC4295949573}" type="pres">
      <dgm:prSet presAssocID="{888178E7-6E43-4081-A08D-F52AEF4930B2}" presName="sibTrans" presStyleLbl="sibTrans2D1" presStyleIdx="7" presStyleCnt="27"/>
      <dgm:spPr/>
    </dgm:pt>
    <dgm:pt modelId="{19AA7827-3139-40AA-AA5F-BC70E15613AA}" type="pres">
      <dgm:prSet presAssocID="{888178E7-6E43-4081-A08D-F52AEF4930B2}" presName="connectorText" presStyleLbl="sibTrans2D1" presStyleIdx="7" presStyleCnt="27"/>
      <dgm:spPr/>
    </dgm:pt>
    <dgm:pt modelId="{AC15D5FA-B1DC-4A3A-AC2F-CDD91354BAA9}" type="pres">
      <dgm:prSet presAssocID="{71D00F09-4672-4B91-A8DA-4A2FDE601C6C}" presName="node" presStyleLbl="node1" presStyleIdx="8" presStyleCnt="28">
        <dgm:presLayoutVars>
          <dgm:bulletEnabled val="1"/>
        </dgm:presLayoutVars>
      </dgm:prSet>
      <dgm:spPr/>
    </dgm:pt>
    <dgm:pt modelId="{053F8B29-F4D4-4E5D-A39C-0432D6E92138}" type="pres">
      <dgm:prSet presAssocID="{C77081F7-7C0A-4212-815B-1AA9C7442D1D}" presName="sibTrans" presStyleLbl="sibTrans2D1" presStyleIdx="8" presStyleCnt="27"/>
      <dgm:spPr/>
    </dgm:pt>
    <dgm:pt modelId="{F1F59FF4-918D-43F7-9E9F-39F2F5C8494C}" type="pres">
      <dgm:prSet presAssocID="{C77081F7-7C0A-4212-815B-1AA9C7442D1D}" presName="connectorText" presStyleLbl="sibTrans2D1" presStyleIdx="8" presStyleCnt="27"/>
      <dgm:spPr/>
    </dgm:pt>
    <dgm:pt modelId="{8A497C6B-2B77-4721-8C5F-0A586C05E90F}" type="pres">
      <dgm:prSet presAssocID="{1F88A288-E3B0-4092-A2C6-823DE6AA8BAE}" presName="node" presStyleLbl="node1" presStyleIdx="9" presStyleCnt="28">
        <dgm:presLayoutVars>
          <dgm:bulletEnabled val="1"/>
        </dgm:presLayoutVars>
      </dgm:prSet>
      <dgm:spPr/>
    </dgm:pt>
    <dgm:pt modelId="{B4071A0E-32AA-4B62-907B-DFBC8D486A3B}" type="pres">
      <dgm:prSet presAssocID="{3FAA794D-68EB-4E9A-895C-4DD61CAB96EE}" presName="sibTrans" presStyleLbl="sibTrans2D1" presStyleIdx="9" presStyleCnt="27"/>
      <dgm:spPr/>
    </dgm:pt>
    <dgm:pt modelId="{CE155271-5101-4EE7-A5F4-9946688DC1AD}" type="pres">
      <dgm:prSet presAssocID="{3FAA794D-68EB-4E9A-895C-4DD61CAB96EE}" presName="connectorText" presStyleLbl="sibTrans2D1" presStyleIdx="9" presStyleCnt="27"/>
      <dgm:spPr/>
    </dgm:pt>
    <dgm:pt modelId="{5B75B6B3-BCB0-489E-BD24-CFB32CE530B7}" type="pres">
      <dgm:prSet presAssocID="{3FB53310-D757-441A-8244-7765B994F212}" presName="node" presStyleLbl="node1" presStyleIdx="10" presStyleCnt="28">
        <dgm:presLayoutVars>
          <dgm:bulletEnabled val="1"/>
        </dgm:presLayoutVars>
      </dgm:prSet>
      <dgm:spPr/>
    </dgm:pt>
    <dgm:pt modelId="{6D349B5D-6EA9-49CA-B2A5-9601334434F5}" type="pres">
      <dgm:prSet presAssocID="{E80DB0AB-ABBC-40A7-B481-BD811F87F485}" presName="sibTrans" presStyleLbl="sibTrans2D1" presStyleIdx="10" presStyleCnt="27"/>
      <dgm:spPr/>
    </dgm:pt>
    <dgm:pt modelId="{C37A754A-E4FD-4ABA-9165-CDCAD8817748}" type="pres">
      <dgm:prSet presAssocID="{E80DB0AB-ABBC-40A7-B481-BD811F87F485}" presName="connectorText" presStyleLbl="sibTrans2D1" presStyleIdx="10" presStyleCnt="27"/>
      <dgm:spPr/>
    </dgm:pt>
    <dgm:pt modelId="{2779722B-A453-4725-99A9-6768D13B2DDC}" type="pres">
      <dgm:prSet presAssocID="{EAB4E3CD-8B8C-4243-86E2-AAF6192D4934}" presName="node" presStyleLbl="node1" presStyleIdx="11" presStyleCnt="28">
        <dgm:presLayoutVars>
          <dgm:bulletEnabled val="1"/>
        </dgm:presLayoutVars>
      </dgm:prSet>
      <dgm:spPr/>
    </dgm:pt>
    <dgm:pt modelId="{58AF112F-3A06-45F9-8B90-C50B59ED2084}" type="pres">
      <dgm:prSet presAssocID="{003F476C-5526-4EFF-8737-A281400C8702}" presName="sibTrans" presStyleLbl="sibTrans2D1" presStyleIdx="11" presStyleCnt="27"/>
      <dgm:spPr/>
    </dgm:pt>
    <dgm:pt modelId="{AF5C4EFB-3E4E-4051-8ABB-2F26186CFBD4}" type="pres">
      <dgm:prSet presAssocID="{003F476C-5526-4EFF-8737-A281400C8702}" presName="connectorText" presStyleLbl="sibTrans2D1" presStyleIdx="11" presStyleCnt="27"/>
      <dgm:spPr/>
    </dgm:pt>
    <dgm:pt modelId="{93B86BC0-E2E7-45D9-8997-873D725239E5}" type="pres">
      <dgm:prSet presAssocID="{AEB59AED-7E2B-41C4-BAF7-DDC44AA73F45}" presName="node" presStyleLbl="node1" presStyleIdx="12" presStyleCnt="28">
        <dgm:presLayoutVars>
          <dgm:bulletEnabled val="1"/>
        </dgm:presLayoutVars>
      </dgm:prSet>
      <dgm:spPr/>
    </dgm:pt>
    <dgm:pt modelId="{19AA932D-E61A-431F-A628-0488D3ED0CBE}" type="pres">
      <dgm:prSet presAssocID="{3DEDA61E-1922-4AF3-9654-6DA4757C4985}" presName="sibTrans" presStyleLbl="sibTrans2D1" presStyleIdx="12" presStyleCnt="27"/>
      <dgm:spPr/>
    </dgm:pt>
    <dgm:pt modelId="{25E6AC57-F634-4923-84C5-710F441FC21C}" type="pres">
      <dgm:prSet presAssocID="{3DEDA61E-1922-4AF3-9654-6DA4757C4985}" presName="connectorText" presStyleLbl="sibTrans2D1" presStyleIdx="12" presStyleCnt="27"/>
      <dgm:spPr/>
    </dgm:pt>
    <dgm:pt modelId="{3609A766-F8EF-42D6-9456-71A44CDC5E1D}" type="pres">
      <dgm:prSet presAssocID="{F1BA025D-CC6C-4874-B6A4-DCFDBEBCFB9B}" presName="node" presStyleLbl="node1" presStyleIdx="13" presStyleCnt="28">
        <dgm:presLayoutVars>
          <dgm:bulletEnabled val="1"/>
        </dgm:presLayoutVars>
      </dgm:prSet>
      <dgm:spPr/>
    </dgm:pt>
    <dgm:pt modelId="{B85E1ECD-E953-4B6A-BFEB-8C943AC2BCAA}" type="pres">
      <dgm:prSet presAssocID="{DDD49341-D404-4D0F-B93B-477A9EE65E0A}" presName="sibTrans" presStyleLbl="sibTrans2D1" presStyleIdx="13" presStyleCnt="27"/>
      <dgm:spPr/>
    </dgm:pt>
    <dgm:pt modelId="{CBCDBCC8-A308-4F8B-9C0E-84831476B476}" type="pres">
      <dgm:prSet presAssocID="{DDD49341-D404-4D0F-B93B-477A9EE65E0A}" presName="connectorText" presStyleLbl="sibTrans2D1" presStyleIdx="13" presStyleCnt="27"/>
      <dgm:spPr/>
    </dgm:pt>
    <dgm:pt modelId="{F2E2B2DA-D84C-4929-B98E-2E5163D2AFF3}" type="pres">
      <dgm:prSet presAssocID="{20C1A28D-0FA9-49B9-8AB0-4B2148EC685B}" presName="node" presStyleLbl="node1" presStyleIdx="14" presStyleCnt="28">
        <dgm:presLayoutVars>
          <dgm:bulletEnabled val="1"/>
        </dgm:presLayoutVars>
      </dgm:prSet>
      <dgm:spPr/>
    </dgm:pt>
    <dgm:pt modelId="{D753762D-A18B-46D9-B295-1E848E96FF89}" type="pres">
      <dgm:prSet presAssocID="{950A1057-964B-476B-8BC1-5206C1D46252}" presName="sibTrans" presStyleLbl="sibTrans2D1" presStyleIdx="14" presStyleCnt="27"/>
      <dgm:spPr/>
    </dgm:pt>
    <dgm:pt modelId="{1F601018-AD7E-43C2-A0C4-23C38CCB09DB}" type="pres">
      <dgm:prSet presAssocID="{950A1057-964B-476B-8BC1-5206C1D46252}" presName="connectorText" presStyleLbl="sibTrans2D1" presStyleIdx="14" presStyleCnt="27"/>
      <dgm:spPr/>
    </dgm:pt>
    <dgm:pt modelId="{9B67ED3E-C25F-4153-AA56-B9951536FFF5}" type="pres">
      <dgm:prSet presAssocID="{D16DDB21-36E8-48B0-85CF-1B35AB452128}" presName="node" presStyleLbl="node1" presStyleIdx="15" presStyleCnt="28">
        <dgm:presLayoutVars>
          <dgm:bulletEnabled val="1"/>
        </dgm:presLayoutVars>
      </dgm:prSet>
      <dgm:spPr/>
    </dgm:pt>
    <dgm:pt modelId="{148E629F-AFB7-4278-85C2-27C560A8E6C0}" type="pres">
      <dgm:prSet presAssocID="{7C87D456-DDD8-41BE-82DE-A701BA25BC78}" presName="sibTrans" presStyleLbl="sibTrans2D1" presStyleIdx="15" presStyleCnt="27"/>
      <dgm:spPr/>
    </dgm:pt>
    <dgm:pt modelId="{4328ECAC-B82E-4B81-B4C0-29DA061BB74C}" type="pres">
      <dgm:prSet presAssocID="{7C87D456-DDD8-41BE-82DE-A701BA25BC78}" presName="connectorText" presStyleLbl="sibTrans2D1" presStyleIdx="15" presStyleCnt="27"/>
      <dgm:spPr/>
    </dgm:pt>
    <dgm:pt modelId="{EF059ACF-E5E0-47ED-9E49-AC9BDAC18345}" type="pres">
      <dgm:prSet presAssocID="{07D45306-2D6A-44C4-A414-2C4A0B8DACFD}" presName="node" presStyleLbl="node1" presStyleIdx="16" presStyleCnt="28">
        <dgm:presLayoutVars>
          <dgm:bulletEnabled val="1"/>
        </dgm:presLayoutVars>
      </dgm:prSet>
      <dgm:spPr/>
    </dgm:pt>
    <dgm:pt modelId="{BED0AE80-1321-41EA-8F1C-A9A4A68962C7}" type="pres">
      <dgm:prSet presAssocID="{C3E5A9AF-BB92-47EF-B1C5-DDE4EDA67E5A}" presName="sibTrans" presStyleLbl="sibTrans2D1" presStyleIdx="16" presStyleCnt="27"/>
      <dgm:spPr/>
    </dgm:pt>
    <dgm:pt modelId="{4F8F4A60-C677-4B46-9731-0A842DAF9744}" type="pres">
      <dgm:prSet presAssocID="{C3E5A9AF-BB92-47EF-B1C5-DDE4EDA67E5A}" presName="connectorText" presStyleLbl="sibTrans2D1" presStyleIdx="16" presStyleCnt="27"/>
      <dgm:spPr/>
    </dgm:pt>
    <dgm:pt modelId="{688389ED-2110-4C44-A947-D2973AE1DC6D}" type="pres">
      <dgm:prSet presAssocID="{A50D8E5A-718D-4E75-8482-B3FEAB0BE13C}" presName="node" presStyleLbl="node1" presStyleIdx="17" presStyleCnt="28">
        <dgm:presLayoutVars>
          <dgm:bulletEnabled val="1"/>
        </dgm:presLayoutVars>
      </dgm:prSet>
      <dgm:spPr/>
    </dgm:pt>
    <dgm:pt modelId="{9A99E111-88AD-4737-8E91-B1335F9EAF32}" type="pres">
      <dgm:prSet presAssocID="{990EF6FD-251E-4765-90EA-35453220D9B6}" presName="sibTrans" presStyleLbl="sibTrans2D1" presStyleIdx="17" presStyleCnt="27"/>
      <dgm:spPr/>
    </dgm:pt>
    <dgm:pt modelId="{A3C5A8BC-69FB-4C43-82BB-44B9AD93F53D}" type="pres">
      <dgm:prSet presAssocID="{990EF6FD-251E-4765-90EA-35453220D9B6}" presName="connectorText" presStyleLbl="sibTrans2D1" presStyleIdx="17" presStyleCnt="27"/>
      <dgm:spPr/>
    </dgm:pt>
    <dgm:pt modelId="{EA23E612-742C-4EB8-AEF3-22A17CA36157}" type="pres">
      <dgm:prSet presAssocID="{F1728D04-A3E1-40D4-8BB9-73142B2CFB0C}" presName="node" presStyleLbl="node1" presStyleIdx="18" presStyleCnt="28">
        <dgm:presLayoutVars>
          <dgm:bulletEnabled val="1"/>
        </dgm:presLayoutVars>
      </dgm:prSet>
      <dgm:spPr/>
    </dgm:pt>
    <dgm:pt modelId="{4905EE74-07D7-45FC-B855-46FEA226882C}" type="pres">
      <dgm:prSet presAssocID="{2B8E7501-069E-476D-9574-6A48D3A1964B}" presName="sibTrans" presStyleLbl="sibTrans2D1" presStyleIdx="18" presStyleCnt="27"/>
      <dgm:spPr/>
    </dgm:pt>
    <dgm:pt modelId="{20C2DD8B-2020-4A90-9028-DED53CE402F4}" type="pres">
      <dgm:prSet presAssocID="{2B8E7501-069E-476D-9574-6A48D3A1964B}" presName="connectorText" presStyleLbl="sibTrans2D1" presStyleIdx="18" presStyleCnt="27"/>
      <dgm:spPr/>
    </dgm:pt>
    <dgm:pt modelId="{898B42BD-1A44-4BA5-819E-BE8682549DEA}" type="pres">
      <dgm:prSet presAssocID="{D9F3E4D1-7E17-405E-B496-6ABC0A7182E6}" presName="node" presStyleLbl="node1" presStyleIdx="19" presStyleCnt="28">
        <dgm:presLayoutVars>
          <dgm:bulletEnabled val="1"/>
        </dgm:presLayoutVars>
      </dgm:prSet>
      <dgm:spPr/>
    </dgm:pt>
    <dgm:pt modelId="{D99928F9-48D7-4680-B535-7F49EDF380A3}" type="pres">
      <dgm:prSet presAssocID="{0BB6A1E0-F593-42A2-BB30-8A5D7C785B2C}" presName="sibTrans" presStyleLbl="sibTrans2D1" presStyleIdx="19" presStyleCnt="27"/>
      <dgm:spPr/>
    </dgm:pt>
    <dgm:pt modelId="{555688EA-9770-42F0-9795-AF2A6C5FE766}" type="pres">
      <dgm:prSet presAssocID="{0BB6A1E0-F593-42A2-BB30-8A5D7C785B2C}" presName="connectorText" presStyleLbl="sibTrans2D1" presStyleIdx="19" presStyleCnt="27"/>
      <dgm:spPr/>
    </dgm:pt>
    <dgm:pt modelId="{CA4454BA-436E-4734-B871-53452BFE6016}" type="pres">
      <dgm:prSet presAssocID="{4C27E2AE-3051-470A-8F97-FDF938E1B738}" presName="node" presStyleLbl="node1" presStyleIdx="20" presStyleCnt="28">
        <dgm:presLayoutVars>
          <dgm:bulletEnabled val="1"/>
        </dgm:presLayoutVars>
      </dgm:prSet>
      <dgm:spPr/>
    </dgm:pt>
    <dgm:pt modelId="{BD56323F-1763-41F7-BB6A-E9DBA2D6763E}" type="pres">
      <dgm:prSet presAssocID="{82367AC4-03CC-4885-8B3F-B769FB0E8008}" presName="sibTrans" presStyleLbl="sibTrans2D1" presStyleIdx="20" presStyleCnt="27"/>
      <dgm:spPr/>
    </dgm:pt>
    <dgm:pt modelId="{4FB15EA0-676A-4E50-9A0A-56F6EEF5F9F5}" type="pres">
      <dgm:prSet presAssocID="{82367AC4-03CC-4885-8B3F-B769FB0E8008}" presName="connectorText" presStyleLbl="sibTrans2D1" presStyleIdx="20" presStyleCnt="27"/>
      <dgm:spPr/>
    </dgm:pt>
    <dgm:pt modelId="{86F76F83-8928-4B44-8BC7-0436925327AC}" type="pres">
      <dgm:prSet presAssocID="{F16A9516-B297-4321-8138-893D73DF16B8}" presName="node" presStyleLbl="node1" presStyleIdx="21" presStyleCnt="28">
        <dgm:presLayoutVars>
          <dgm:bulletEnabled val="1"/>
        </dgm:presLayoutVars>
      </dgm:prSet>
      <dgm:spPr/>
    </dgm:pt>
    <dgm:pt modelId="{0B22BA3C-54AB-4B2A-B154-21F4ADEBFF93}" type="pres">
      <dgm:prSet presAssocID="{395567AE-DDA8-4B48-8E4B-4CB583D8BF0E}" presName="sibTrans" presStyleLbl="sibTrans2D1" presStyleIdx="21" presStyleCnt="27"/>
      <dgm:spPr/>
    </dgm:pt>
    <dgm:pt modelId="{33F6FE68-3895-4D89-B62C-D312F60758B6}" type="pres">
      <dgm:prSet presAssocID="{395567AE-DDA8-4B48-8E4B-4CB583D8BF0E}" presName="connectorText" presStyleLbl="sibTrans2D1" presStyleIdx="21" presStyleCnt="27"/>
      <dgm:spPr/>
    </dgm:pt>
    <dgm:pt modelId="{758823BA-9331-42E4-A11C-E0968247246B}" type="pres">
      <dgm:prSet presAssocID="{22F3CE9E-D9EE-407A-9F2F-05B95DCBA5C8}" presName="node" presStyleLbl="node1" presStyleIdx="22" presStyleCnt="28">
        <dgm:presLayoutVars>
          <dgm:bulletEnabled val="1"/>
        </dgm:presLayoutVars>
      </dgm:prSet>
      <dgm:spPr/>
    </dgm:pt>
    <dgm:pt modelId="{1A4A6844-9384-4362-8597-E9A7A4EE0900}" type="pres">
      <dgm:prSet presAssocID="{88A9DF78-EBF7-4405-B696-F68E6286BA90}" presName="sibTrans" presStyleLbl="sibTrans2D1" presStyleIdx="22" presStyleCnt="27"/>
      <dgm:spPr/>
    </dgm:pt>
    <dgm:pt modelId="{17E98316-66C2-427F-B293-10AF443FDEB4}" type="pres">
      <dgm:prSet presAssocID="{88A9DF78-EBF7-4405-B696-F68E6286BA90}" presName="connectorText" presStyleLbl="sibTrans2D1" presStyleIdx="22" presStyleCnt="27"/>
      <dgm:spPr/>
    </dgm:pt>
    <dgm:pt modelId="{55DB74FA-2DB7-4578-B06A-D4497F1C026A}" type="pres">
      <dgm:prSet presAssocID="{373FB922-7321-45C6-9A66-70449C09A1D8}" presName="node" presStyleLbl="node1" presStyleIdx="23" presStyleCnt="28">
        <dgm:presLayoutVars>
          <dgm:bulletEnabled val="1"/>
        </dgm:presLayoutVars>
      </dgm:prSet>
      <dgm:spPr/>
    </dgm:pt>
    <dgm:pt modelId="{070148C4-A7B4-43DD-8F06-F0C95CE7EB5A}" type="pres">
      <dgm:prSet presAssocID="{55984AB2-052C-4DA9-9659-C6E60759F10C}" presName="sibTrans" presStyleLbl="sibTrans2D1" presStyleIdx="23" presStyleCnt="27"/>
      <dgm:spPr/>
    </dgm:pt>
    <dgm:pt modelId="{14490997-F5F9-4202-BAF2-BC7A67087145}" type="pres">
      <dgm:prSet presAssocID="{55984AB2-052C-4DA9-9659-C6E60759F10C}" presName="connectorText" presStyleLbl="sibTrans2D1" presStyleIdx="23" presStyleCnt="27"/>
      <dgm:spPr/>
    </dgm:pt>
    <dgm:pt modelId="{D8C16DD4-B735-47CF-8A04-C1175DFEFB16}" type="pres">
      <dgm:prSet presAssocID="{F65A6207-6DFF-4A2B-96A8-306184238D12}" presName="node" presStyleLbl="node1" presStyleIdx="24" presStyleCnt="28">
        <dgm:presLayoutVars>
          <dgm:bulletEnabled val="1"/>
        </dgm:presLayoutVars>
      </dgm:prSet>
      <dgm:spPr/>
    </dgm:pt>
    <dgm:pt modelId="{870EAEE7-B2FA-4876-8C77-6003ABF6B7B9}" type="pres">
      <dgm:prSet presAssocID="{2EE9923E-C485-4C28-A437-4ADBDE189420}" presName="sibTrans" presStyleLbl="sibTrans2D1" presStyleIdx="24" presStyleCnt="27"/>
      <dgm:spPr/>
    </dgm:pt>
    <dgm:pt modelId="{AD5B032D-93BE-4070-B31E-5212615F633D}" type="pres">
      <dgm:prSet presAssocID="{2EE9923E-C485-4C28-A437-4ADBDE189420}" presName="connectorText" presStyleLbl="sibTrans2D1" presStyleIdx="24" presStyleCnt="27"/>
      <dgm:spPr/>
    </dgm:pt>
    <dgm:pt modelId="{940E8A83-2A1A-4D83-B848-323CE41E3433}" type="pres">
      <dgm:prSet presAssocID="{47C9E057-191C-4B4D-9399-BAADA9956C43}" presName="node" presStyleLbl="node1" presStyleIdx="25" presStyleCnt="28">
        <dgm:presLayoutVars>
          <dgm:bulletEnabled val="1"/>
        </dgm:presLayoutVars>
      </dgm:prSet>
      <dgm:spPr/>
    </dgm:pt>
    <dgm:pt modelId="{11C8AE40-2DCC-468B-83D3-AAEA1AA69805}" type="pres">
      <dgm:prSet presAssocID="{C16F69B8-4E04-48C3-A51B-8C49B6437E5B}" presName="sibTrans" presStyleLbl="sibTrans2D1" presStyleIdx="25" presStyleCnt="27"/>
      <dgm:spPr/>
    </dgm:pt>
    <dgm:pt modelId="{ADE6D322-4A05-41D3-AEDB-D56C268FD5D7}" type="pres">
      <dgm:prSet presAssocID="{C16F69B8-4E04-48C3-A51B-8C49B6437E5B}" presName="connectorText" presStyleLbl="sibTrans2D1" presStyleIdx="25" presStyleCnt="27"/>
      <dgm:spPr/>
    </dgm:pt>
    <dgm:pt modelId="{699469A3-56E5-4C2B-8D31-8E8DE5B32B7C}" type="pres">
      <dgm:prSet presAssocID="{CC2986CD-E433-4A98-B1A6-E440C5BAC4B1}" presName="node" presStyleLbl="node1" presStyleIdx="26" presStyleCnt="28">
        <dgm:presLayoutVars>
          <dgm:bulletEnabled val="1"/>
        </dgm:presLayoutVars>
      </dgm:prSet>
      <dgm:spPr/>
    </dgm:pt>
    <dgm:pt modelId="{7B3DC14C-8432-43D6-AFA4-332CE05F656C}" type="pres">
      <dgm:prSet presAssocID="{0D7C8D26-5E2D-4050-B51A-A415D32B0B48}" presName="sibTrans" presStyleLbl="sibTrans2D1" presStyleIdx="26" presStyleCnt="27"/>
      <dgm:spPr/>
    </dgm:pt>
    <dgm:pt modelId="{B2FBD4C5-5E5C-4996-BE6D-700512F208D1}" type="pres">
      <dgm:prSet presAssocID="{0D7C8D26-5E2D-4050-B51A-A415D32B0B48}" presName="connectorText" presStyleLbl="sibTrans2D1" presStyleIdx="26" presStyleCnt="27"/>
      <dgm:spPr/>
    </dgm:pt>
    <dgm:pt modelId="{0A0C6298-47F7-4CE6-ACF4-8F3CD5F0B6CA}" type="pres">
      <dgm:prSet presAssocID="{E433AFEC-C9DE-4BB8-AF96-87386DA2E48F}" presName="node" presStyleLbl="node1" presStyleIdx="27" presStyleCnt="28">
        <dgm:presLayoutVars>
          <dgm:bulletEnabled val="1"/>
        </dgm:presLayoutVars>
      </dgm:prSet>
      <dgm:spPr/>
    </dgm:pt>
  </dgm:ptLst>
  <dgm:cxnLst>
    <dgm:cxn modelId="{B8E25F0D-6BAD-41B1-BED8-9D4E5C1D5273}" type="presOf" srcId="{C3E5A9AF-BB92-47EF-B1C5-DDE4EDA67E5A}" destId="{BED0AE80-1321-41EA-8F1C-A9A4A68962C7}" srcOrd="0" destOrd="0" presId="urn:microsoft.com/office/officeart/2005/8/layout/process5"/>
    <dgm:cxn modelId="{DD3ED70E-2239-4C9C-BAEB-62A9CB6187EA}" srcId="{4A53D5B4-4F99-46B0-8FC7-F0FADC83BFB5}" destId="{07D45306-2D6A-44C4-A414-2C4A0B8DACFD}" srcOrd="16" destOrd="0" parTransId="{85881A1D-9774-4380-89C7-24E6CB9B6734}" sibTransId="{C3E5A9AF-BB92-47EF-B1C5-DDE4EDA67E5A}"/>
    <dgm:cxn modelId="{127FAE11-00AC-4998-95F6-01563517686B}" type="presOf" srcId="{395567AE-DDA8-4B48-8E4B-4CB583D8BF0E}" destId="{33F6FE68-3895-4D89-B62C-D312F60758B6}" srcOrd="1" destOrd="0" presId="urn:microsoft.com/office/officeart/2005/8/layout/process5"/>
    <dgm:cxn modelId="{33DA5E12-8486-4A38-BD87-C12479EDA680}" type="presOf" srcId="{C16F69B8-4E04-48C3-A51B-8C49B6437E5B}" destId="{11C8AE40-2DCC-468B-83D3-AAEA1AA69805}" srcOrd="0" destOrd="0" presId="urn:microsoft.com/office/officeart/2005/8/layout/process5"/>
    <dgm:cxn modelId="{A2E66D15-156C-4D2B-98CB-C80CE5CCDE8A}" type="presOf" srcId="{990EF6FD-251E-4765-90EA-35453220D9B6}" destId="{A3C5A8BC-69FB-4C43-82BB-44B9AD93F53D}" srcOrd="1" destOrd="0" presId="urn:microsoft.com/office/officeart/2005/8/layout/process5"/>
    <dgm:cxn modelId="{C40F6216-7D6E-49CA-82E1-E80F480FCEA1}" type="presOf" srcId="{1CB35D31-3B7B-4FB5-BAE8-4CD4854C5617}" destId="{D4530E2E-F481-4585-B85D-6BA1B8EFD3D7}" srcOrd="0" destOrd="0" presId="urn:microsoft.com/office/officeart/2005/8/layout/process5"/>
    <dgm:cxn modelId="{D62AF31A-0C8E-4AD4-930A-EDBBB47EF1F6}" type="presOf" srcId="{74020D12-532F-40CC-9708-3D0A77DDC763}" destId="{B8ABC951-5296-4AC9-A3F3-DB7BB45DBB00}" srcOrd="0" destOrd="0" presId="urn:microsoft.com/office/officeart/2005/8/layout/process5"/>
    <dgm:cxn modelId="{4F8D331B-EDB2-4C13-ADA3-91BDF13FED93}" type="presOf" srcId="{DDD49341-D404-4D0F-B93B-477A9EE65E0A}" destId="{B85E1ECD-E953-4B6A-BFEB-8C943AC2BCAA}" srcOrd="0" destOrd="0" presId="urn:microsoft.com/office/officeart/2005/8/layout/process5"/>
    <dgm:cxn modelId="{D972F51B-807D-45F2-B9E6-EC296509AA57}" type="presOf" srcId="{5B1EE914-FDF8-4A0F-8885-78356233B0C4}" destId="{6578744E-A1B6-4FF2-BA99-420A0585D6EA}" srcOrd="0" destOrd="0" presId="urn:microsoft.com/office/officeart/2005/8/layout/process5"/>
    <dgm:cxn modelId="{66068D1C-7DF6-40D3-BAE8-8BB6C4767474}" srcId="{4A53D5B4-4F99-46B0-8FC7-F0FADC83BFB5}" destId="{AEB59AED-7E2B-41C4-BAF7-DDC44AA73F45}" srcOrd="12" destOrd="0" parTransId="{947488A9-CD96-47EB-9686-72C142F5A565}" sibTransId="{3DEDA61E-1922-4AF3-9654-6DA4757C4985}"/>
    <dgm:cxn modelId="{0AF07E1E-AABF-4266-B98A-4AEF03707C56}" type="presOf" srcId="{88A9DF78-EBF7-4405-B696-F68E6286BA90}" destId="{17E98316-66C2-427F-B293-10AF443FDEB4}" srcOrd="1" destOrd="0" presId="urn:microsoft.com/office/officeart/2005/8/layout/process5"/>
    <dgm:cxn modelId="{0EEE6820-4075-4E26-AD70-EBF9422B32D4}" type="presOf" srcId="{B8C51A6D-4740-4EB7-97DA-315A01D2F569}" destId="{08F742BE-8078-4578-9F07-8AEB32677A15}" srcOrd="0" destOrd="0" presId="urn:microsoft.com/office/officeart/2005/8/layout/process5"/>
    <dgm:cxn modelId="{9AF50B27-7AF2-4747-91A8-D0068C8E2758}" type="presOf" srcId="{74D1648A-C9BF-4615-835D-0232FDF52F88}" destId="{2431E1C7-91CF-4642-898F-C860F459153E}" srcOrd="0" destOrd="0" presId="urn:microsoft.com/office/officeart/2005/8/layout/process5"/>
    <dgm:cxn modelId="{58210F29-EFB9-47D5-A5A7-ECB79DE16C64}" type="presOf" srcId="{D44ACDFD-E90E-4B66-BF85-7A2DD806B6EB}" destId="{6FD49831-1671-4CB9-A080-883697219DFD}" srcOrd="1" destOrd="0" presId="urn:microsoft.com/office/officeart/2005/8/layout/process5"/>
    <dgm:cxn modelId="{B59C9F2E-7408-4029-A375-6CD8B3F034B9}" type="presOf" srcId="{AEB59AED-7E2B-41C4-BAF7-DDC44AA73F45}" destId="{93B86BC0-E2E7-45D9-8997-873D725239E5}" srcOrd="0" destOrd="0" presId="urn:microsoft.com/office/officeart/2005/8/layout/process5"/>
    <dgm:cxn modelId="{DABA992F-DAFF-4246-8E5C-BEB783479915}" type="presOf" srcId="{3FAA794D-68EB-4E9A-895C-4DD61CAB96EE}" destId="{B4071A0E-32AA-4B62-907B-DFBC8D486A3B}" srcOrd="0" destOrd="0" presId="urn:microsoft.com/office/officeart/2005/8/layout/process5"/>
    <dgm:cxn modelId="{7E3FA031-F120-4A76-A172-E473239C2B00}" srcId="{4A53D5B4-4F99-46B0-8FC7-F0FADC83BFB5}" destId="{F1BA025D-CC6C-4874-B6A4-DCFDBEBCFB9B}" srcOrd="13" destOrd="0" parTransId="{6DA129AA-8F69-4CFE-8C58-9E1EB2441ADA}" sibTransId="{DDD49341-D404-4D0F-B93B-477A9EE65E0A}"/>
    <dgm:cxn modelId="{DA034B33-9514-43DC-B50D-A5C2DF05C794}" srcId="{4A53D5B4-4F99-46B0-8FC7-F0FADC83BFB5}" destId="{55B6D8C5-D7A7-40B3-AC98-5314A0BF639C}" srcOrd="5" destOrd="0" parTransId="{7CB9B0B6-5213-4EF5-9454-71069CFDB214}" sibTransId="{CBB87E03-C3B1-4653-9C4E-98A69BB77F89}"/>
    <dgm:cxn modelId="{AE829034-3BEF-488E-A6D1-6C43B8C2BD71}" type="presOf" srcId="{A50D8E5A-718D-4E75-8482-B3FEAB0BE13C}" destId="{688389ED-2110-4C44-A947-D2973AE1DC6D}" srcOrd="0" destOrd="0" presId="urn:microsoft.com/office/officeart/2005/8/layout/process5"/>
    <dgm:cxn modelId="{219BC036-8EB5-4191-BE27-7AD7460376C8}" type="presOf" srcId="{22F3CE9E-D9EE-407A-9F2F-05B95DCBA5C8}" destId="{758823BA-9331-42E4-A11C-E0968247246B}" srcOrd="0" destOrd="0" presId="urn:microsoft.com/office/officeart/2005/8/layout/process5"/>
    <dgm:cxn modelId="{67027E39-4E91-4FAF-83A4-636E14608C6D}" type="presOf" srcId="{C16F69B8-4E04-48C3-A51B-8C49B6437E5B}" destId="{ADE6D322-4A05-41D3-AEDB-D56C268FD5D7}" srcOrd="1" destOrd="0" presId="urn:microsoft.com/office/officeart/2005/8/layout/process5"/>
    <dgm:cxn modelId="{FC2DEE39-B63C-4F0E-829A-90FB644AA03A}" type="presOf" srcId="{3DEDA61E-1922-4AF3-9654-6DA4757C4985}" destId="{19AA932D-E61A-431F-A628-0488D3ED0CBE}" srcOrd="0" destOrd="0" presId="urn:microsoft.com/office/officeart/2005/8/layout/process5"/>
    <dgm:cxn modelId="{7DC0D93B-8F75-4164-B9AB-50EABF2984C3}" srcId="{4A53D5B4-4F99-46B0-8FC7-F0FADC83BFB5}" destId="{E433AFEC-C9DE-4BB8-AF96-87386DA2E48F}" srcOrd="27" destOrd="0" parTransId="{BBC77185-A278-4392-862D-A60B7DA3C51F}" sibTransId="{3DD6FAAF-0464-4D53-A57A-AD71C7829C99}"/>
    <dgm:cxn modelId="{389F4E3E-1898-4E81-864E-734472DBF87D}" type="presOf" srcId="{2B8E7501-069E-476D-9574-6A48D3A1964B}" destId="{4905EE74-07D7-45FC-B855-46FEA226882C}" srcOrd="0" destOrd="0" presId="urn:microsoft.com/office/officeart/2005/8/layout/process5"/>
    <dgm:cxn modelId="{95C6125C-26AB-43D9-9F07-7E76ACA64E55}" type="presOf" srcId="{3FB53310-D757-441A-8244-7765B994F212}" destId="{5B75B6B3-BCB0-489E-BD24-CFB32CE530B7}" srcOrd="0" destOrd="0" presId="urn:microsoft.com/office/officeart/2005/8/layout/process5"/>
    <dgm:cxn modelId="{9EEFE85C-EDC2-4723-A791-395EDEEC29FF}" srcId="{4A53D5B4-4F99-46B0-8FC7-F0FADC83BFB5}" destId="{250223B3-8BB8-4764-B454-C26EDCA5EC23}" srcOrd="1" destOrd="0" parTransId="{3C93F69C-2DF1-4250-AB61-3B573A7A919B}" sibTransId="{5B1EE914-FDF8-4A0F-8885-78356233B0C4}"/>
    <dgm:cxn modelId="{F72C765D-9CF3-4D8A-BC08-B72357216BA5}" type="presOf" srcId="{990EF6FD-251E-4765-90EA-35453220D9B6}" destId="{9A99E111-88AD-4737-8E91-B1335F9EAF32}" srcOrd="0" destOrd="0" presId="urn:microsoft.com/office/officeart/2005/8/layout/process5"/>
    <dgm:cxn modelId="{F71BE75E-EEE8-45F5-AF01-363523970C09}" type="presOf" srcId="{003F476C-5526-4EFF-8737-A281400C8702}" destId="{AF5C4EFB-3E4E-4051-8ABB-2F26186CFBD4}" srcOrd="1" destOrd="0" presId="urn:microsoft.com/office/officeart/2005/8/layout/process5"/>
    <dgm:cxn modelId="{6470675F-AA16-409C-8413-520BEF86EC86}" type="presOf" srcId="{C77081F7-7C0A-4212-815B-1AA9C7442D1D}" destId="{053F8B29-F4D4-4E5D-A39C-0432D6E92138}" srcOrd="0" destOrd="0" presId="urn:microsoft.com/office/officeart/2005/8/layout/process5"/>
    <dgm:cxn modelId="{4538E560-684A-41FE-9D0F-F45E7D25FE2C}" type="presOf" srcId="{D44ACDFD-E90E-4B66-BF85-7A2DD806B6EB}" destId="{E31D951F-EDC7-408C-AC4C-89CCE8454B90}" srcOrd="0" destOrd="0" presId="urn:microsoft.com/office/officeart/2005/8/layout/process5"/>
    <dgm:cxn modelId="{D6904962-AB95-4A8C-A73B-E5C6A2FB991D}" type="presOf" srcId="{950A1057-964B-476B-8BC1-5206C1D46252}" destId="{D753762D-A18B-46D9-B295-1E848E96FF89}" srcOrd="0" destOrd="0" presId="urn:microsoft.com/office/officeart/2005/8/layout/process5"/>
    <dgm:cxn modelId="{31B86B42-C2D7-4877-9BD2-6351350DE9C3}" type="presOf" srcId="{74D1648A-C9BF-4615-835D-0232FDF52F88}" destId="{13D5294A-712A-4E78-BBE3-7C04F4B40AF4}" srcOrd="1" destOrd="0" presId="urn:microsoft.com/office/officeart/2005/8/layout/process5"/>
    <dgm:cxn modelId="{A8A47F42-318A-495C-80BB-3B223FF7D3EB}" type="presOf" srcId="{395567AE-DDA8-4B48-8E4B-4CB583D8BF0E}" destId="{0B22BA3C-54AB-4B2A-B154-21F4ADEBFF93}" srcOrd="0" destOrd="0" presId="urn:microsoft.com/office/officeart/2005/8/layout/process5"/>
    <dgm:cxn modelId="{6A26AE63-BA97-4BBF-95E5-6F6DE6D535D5}" type="presOf" srcId="{D16DDB21-36E8-48B0-85CF-1B35AB452128}" destId="{9B67ED3E-C25F-4153-AA56-B9951536FFF5}" srcOrd="0" destOrd="0" presId="urn:microsoft.com/office/officeart/2005/8/layout/process5"/>
    <dgm:cxn modelId="{7677B943-FE6E-4389-A9C8-E464D118D2F3}" type="presOf" srcId="{1F88A288-E3B0-4092-A2C6-823DE6AA8BAE}" destId="{8A497C6B-2B77-4721-8C5F-0A586C05E90F}" srcOrd="0" destOrd="0" presId="urn:microsoft.com/office/officeart/2005/8/layout/process5"/>
    <dgm:cxn modelId="{B8466064-F066-443A-A37A-0B088D49CDE2}" type="presOf" srcId="{7C87D456-DDD8-41BE-82DE-A701BA25BC78}" destId="{148E629F-AFB7-4278-85C2-27C560A8E6C0}" srcOrd="0" destOrd="0" presId="urn:microsoft.com/office/officeart/2005/8/layout/process5"/>
    <dgm:cxn modelId="{31E0B244-7EF2-45CB-990A-65ACD9DDA730}" type="presOf" srcId="{E433AFEC-C9DE-4BB8-AF96-87386DA2E48F}" destId="{0A0C6298-47F7-4CE6-ACF4-8F3CD5F0B6CA}" srcOrd="0" destOrd="0" presId="urn:microsoft.com/office/officeart/2005/8/layout/process5"/>
    <dgm:cxn modelId="{52EF1A65-0FA6-4365-9AFF-D253ED98D4AB}" type="presOf" srcId="{003F476C-5526-4EFF-8737-A281400C8702}" destId="{58AF112F-3A06-45F9-8B90-C50B59ED2084}" srcOrd="0" destOrd="0" presId="urn:microsoft.com/office/officeart/2005/8/layout/process5"/>
    <dgm:cxn modelId="{B5C9B646-ED41-4586-9B9B-4BAA7E3CB2F8}" type="presOf" srcId="{3DEDA61E-1922-4AF3-9654-6DA4757C4985}" destId="{25E6AC57-F634-4923-84C5-710F441FC21C}" srcOrd="1" destOrd="0" presId="urn:microsoft.com/office/officeart/2005/8/layout/process5"/>
    <dgm:cxn modelId="{F1DEBD46-B633-4D57-B625-205B433A353D}" type="presOf" srcId="{C77081F7-7C0A-4212-815B-1AA9C7442D1D}" destId="{F1F59FF4-918D-43F7-9E9F-39F2F5C8494C}" srcOrd="1" destOrd="0" presId="urn:microsoft.com/office/officeart/2005/8/layout/process5"/>
    <dgm:cxn modelId="{6EEE1E67-4611-40AE-9CCC-D81AC33FCABF}" type="presOf" srcId="{250223B3-8BB8-4764-B454-C26EDCA5EC23}" destId="{C77CA9A4-1873-435F-B923-8AB4FD178A76}" srcOrd="0" destOrd="0" presId="urn:microsoft.com/office/officeart/2005/8/layout/process5"/>
    <dgm:cxn modelId="{BE682168-3009-47EC-A512-6BAC0279A444}" type="presOf" srcId="{E80DB0AB-ABBC-40A7-B481-BD811F87F485}" destId="{6D349B5D-6EA9-49CA-B2A5-9601334434F5}" srcOrd="0" destOrd="0" presId="urn:microsoft.com/office/officeart/2005/8/layout/process5"/>
    <dgm:cxn modelId="{D5006848-B2D3-4570-95DF-2419E9A24306}" srcId="{4A53D5B4-4F99-46B0-8FC7-F0FADC83BFB5}" destId="{1CB35D31-3B7B-4FB5-BAE8-4CD4854C5617}" srcOrd="7" destOrd="0" parTransId="{1A41C507-7FC7-470E-B672-2F6DCF636B98}" sibTransId="{888178E7-6E43-4081-A08D-F52AEF4930B2}"/>
    <dgm:cxn modelId="{E0794D68-F169-4FF9-90E5-4CBF8C2E8AB2}" type="presOf" srcId="{D9F3E4D1-7E17-405E-B496-6ABC0A7182E6}" destId="{898B42BD-1A44-4BA5-819E-BE8682549DEA}" srcOrd="0" destOrd="0" presId="urn:microsoft.com/office/officeart/2005/8/layout/process5"/>
    <dgm:cxn modelId="{A914F749-2CD5-433D-9BDE-F3CA6354C8D6}" type="presOf" srcId="{C3E5A9AF-BB92-47EF-B1C5-DDE4EDA67E5A}" destId="{4F8F4A60-C677-4B46-9731-0A842DAF9744}" srcOrd="1" destOrd="0" presId="urn:microsoft.com/office/officeart/2005/8/layout/process5"/>
    <dgm:cxn modelId="{BCC6E16E-2A9F-4265-ADAD-4BBD97CBF877}" type="presOf" srcId="{E6AD2485-927C-48D5-8B06-CEAF621AE455}" destId="{DC3B8387-A9FA-4681-A293-7FE4ACA2748C}" srcOrd="1" destOrd="0" presId="urn:microsoft.com/office/officeart/2005/8/layout/process5"/>
    <dgm:cxn modelId="{15F7E76F-F7B5-4133-A66F-081F5B29E02D}" type="presOf" srcId="{47C9E057-191C-4B4D-9399-BAADA9956C43}" destId="{940E8A83-2A1A-4D83-B848-323CE41E3433}" srcOrd="0" destOrd="0" presId="urn:microsoft.com/office/officeart/2005/8/layout/process5"/>
    <dgm:cxn modelId="{ACB0F34F-0FDE-4DE4-AFFF-104D9E657AE3}" type="presOf" srcId="{0BB6A1E0-F593-42A2-BB30-8A5D7C785B2C}" destId="{D99928F9-48D7-4680-B535-7F49EDF380A3}" srcOrd="0" destOrd="0" presId="urn:microsoft.com/office/officeart/2005/8/layout/process5"/>
    <dgm:cxn modelId="{D13A4450-A388-4610-9FCF-835631066DCC}" type="presOf" srcId="{CBB87E03-C3B1-4653-9C4E-98A69BB77F89}" destId="{D865396D-203E-4D60-BA32-E1A53501F09E}" srcOrd="1" destOrd="0" presId="urn:microsoft.com/office/officeart/2005/8/layout/process5"/>
    <dgm:cxn modelId="{8368FF50-F468-420C-8FA0-A66E52D00448}" srcId="{4A53D5B4-4F99-46B0-8FC7-F0FADC83BFB5}" destId="{373FB922-7321-45C6-9A66-70449C09A1D8}" srcOrd="23" destOrd="0" parTransId="{1E97F651-656D-4721-BF3B-955E373697DB}" sibTransId="{55984AB2-052C-4DA9-9659-C6E60759F10C}"/>
    <dgm:cxn modelId="{224AB271-40B5-456C-A9E0-454B8D270071}" type="presOf" srcId="{EAB4E3CD-8B8C-4243-86E2-AAF6192D4934}" destId="{2779722B-A453-4725-99A9-6768D13B2DDC}" srcOrd="0" destOrd="0" presId="urn:microsoft.com/office/officeart/2005/8/layout/process5"/>
    <dgm:cxn modelId="{8A82E151-FDAB-43F8-9BA2-64F5E0B225F8}" type="presOf" srcId="{F16A9516-B297-4321-8138-893D73DF16B8}" destId="{86F76F83-8928-4B44-8BC7-0436925327AC}" srcOrd="0" destOrd="0" presId="urn:microsoft.com/office/officeart/2005/8/layout/process5"/>
    <dgm:cxn modelId="{D16D9372-0551-4406-BF2F-FDF81196B4EC}" srcId="{4A53D5B4-4F99-46B0-8FC7-F0FADC83BFB5}" destId="{F65A6207-6DFF-4A2B-96A8-306184238D12}" srcOrd="24" destOrd="0" parTransId="{447A61BB-BE87-4DE4-A88D-F4539B040CC2}" sibTransId="{2EE9923E-C485-4C28-A437-4ADBDE189420}"/>
    <dgm:cxn modelId="{A2A05673-C460-48B2-A809-EF40BCCFF4D0}" type="presOf" srcId="{0D7C8D26-5E2D-4050-B51A-A415D32B0B48}" destId="{B2FBD4C5-5E5C-4996-BE6D-700512F208D1}" srcOrd="1" destOrd="0" presId="urn:microsoft.com/office/officeart/2005/8/layout/process5"/>
    <dgm:cxn modelId="{92144455-CEE3-4248-968C-11412D86E053}" type="presOf" srcId="{71D00F09-4672-4B91-A8DA-4A2FDE601C6C}" destId="{AC15D5FA-B1DC-4A3A-AC2F-CDD91354BAA9}" srcOrd="0" destOrd="0" presId="urn:microsoft.com/office/officeart/2005/8/layout/process5"/>
    <dgm:cxn modelId="{7A7EEA76-EB88-44DA-ADAD-8469203012F7}" type="presOf" srcId="{88A9DF78-EBF7-4405-B696-F68E6286BA90}" destId="{1A4A6844-9384-4362-8597-E9A7A4EE0900}" srcOrd="0" destOrd="0" presId="urn:microsoft.com/office/officeart/2005/8/layout/process5"/>
    <dgm:cxn modelId="{3FA31F78-A28C-4620-879B-30FEED5A868E}" type="presOf" srcId="{E6AD2485-927C-48D5-8B06-CEAF621AE455}" destId="{009E982D-18A0-4636-B298-DAAE31355CF0}" srcOrd="0" destOrd="0" presId="urn:microsoft.com/office/officeart/2005/8/layout/process5"/>
    <dgm:cxn modelId="{1C0C727D-F2BE-4689-8437-5D7B3968BE4F}" type="presOf" srcId="{3FAA794D-68EB-4E9A-895C-4DD61CAB96EE}" destId="{CE155271-5101-4EE7-A5F4-9946688DC1AD}" srcOrd="1" destOrd="0" presId="urn:microsoft.com/office/officeart/2005/8/layout/process5"/>
    <dgm:cxn modelId="{1C449A7E-B3E7-4F5C-8C9F-933962F0B56E}" type="presOf" srcId="{3A80EF2F-CB3C-4E08-A22C-B5D11C9BDC16}" destId="{DB34882C-69AC-4FAC-8DCB-0EAECB2EEDFF}" srcOrd="1" destOrd="0" presId="urn:microsoft.com/office/officeart/2005/8/layout/process5"/>
    <dgm:cxn modelId="{88CAE58A-4405-4F2E-B01A-5637B44D2EE0}" type="presOf" srcId="{55984AB2-052C-4DA9-9659-C6E60759F10C}" destId="{070148C4-A7B4-43DD-8F06-F0C95CE7EB5A}" srcOrd="0" destOrd="0" presId="urn:microsoft.com/office/officeart/2005/8/layout/process5"/>
    <dgm:cxn modelId="{F604088C-331D-4EA9-BD7F-B8A5172A1171}" type="presOf" srcId="{9F29CF4E-C032-4DAC-A2F9-A7BEF1A5C286}" destId="{1ECAC14A-4D36-45C3-A89A-DC713A55894F}" srcOrd="0" destOrd="0" presId="urn:microsoft.com/office/officeart/2005/8/layout/process5"/>
    <dgm:cxn modelId="{603F358D-716E-4084-BB32-C12D098C9F13}" type="presOf" srcId="{CBB87E03-C3B1-4653-9C4E-98A69BB77F89}" destId="{43150C81-570A-46D3-A683-6FD08C28335B}" srcOrd="0" destOrd="0" presId="urn:microsoft.com/office/officeart/2005/8/layout/process5"/>
    <dgm:cxn modelId="{F93C8995-EF5D-4B29-8598-45273DEFE6F3}" srcId="{4A53D5B4-4F99-46B0-8FC7-F0FADC83BFB5}" destId="{CC2986CD-E433-4A98-B1A6-E440C5BAC4B1}" srcOrd="26" destOrd="0" parTransId="{6C6D6101-A1BF-4271-998C-CDA4CD958320}" sibTransId="{0D7C8D26-5E2D-4050-B51A-A415D32B0B48}"/>
    <dgm:cxn modelId="{1DFB4799-3A90-4E71-8629-A78FDA5AE9F4}" type="presOf" srcId="{2B8E7501-069E-476D-9574-6A48D3A1964B}" destId="{20C2DD8B-2020-4A90-9028-DED53CE402F4}" srcOrd="1" destOrd="0" presId="urn:microsoft.com/office/officeart/2005/8/layout/process5"/>
    <dgm:cxn modelId="{EA754C9D-D992-45A9-A1CB-B7F7C2887AA9}" type="presOf" srcId="{0BB6A1E0-F593-42A2-BB30-8A5D7C785B2C}" destId="{555688EA-9770-42F0-9795-AF2A6C5FE766}" srcOrd="1" destOrd="0" presId="urn:microsoft.com/office/officeart/2005/8/layout/process5"/>
    <dgm:cxn modelId="{5BF56DA1-9F22-4101-9F5F-7CA315627537}" type="presOf" srcId="{1E8D9BFC-4F4F-440F-93BC-DF93F3E9A5B7}" destId="{81A2DF51-5B65-4BBE-B8F6-133A05691198}" srcOrd="0" destOrd="0" presId="urn:microsoft.com/office/officeart/2005/8/layout/process5"/>
    <dgm:cxn modelId="{1D921EA5-F972-45A7-9C95-02E0DFB1506E}" srcId="{4A53D5B4-4F99-46B0-8FC7-F0FADC83BFB5}" destId="{B8C51A6D-4740-4EB7-97DA-315A01D2F569}" srcOrd="0" destOrd="0" parTransId="{95EE69B9-C8BF-4567-8FB5-180314E1DFEB}" sibTransId="{D44ACDFD-E90E-4B66-BF85-7A2DD806B6EB}"/>
    <dgm:cxn modelId="{978AB2A5-B6F9-40DC-9F6C-38BAC99C594F}" type="presOf" srcId="{888178E7-6E43-4081-A08D-F52AEF4930B2}" destId="{1378E5EB-9E7D-4BD7-BB8F-FC4295949573}" srcOrd="0" destOrd="0" presId="urn:microsoft.com/office/officeart/2005/8/layout/process5"/>
    <dgm:cxn modelId="{5AB1C0A8-0535-498F-9365-C4AA05A742BA}" type="presOf" srcId="{E80DB0AB-ABBC-40A7-B481-BD811F87F485}" destId="{C37A754A-E4FD-4ABA-9165-CDCAD8817748}" srcOrd="1" destOrd="0" presId="urn:microsoft.com/office/officeart/2005/8/layout/process5"/>
    <dgm:cxn modelId="{7E83C7A8-24E0-4E89-9789-FF2FB04FB3FF}" type="presOf" srcId="{55984AB2-052C-4DA9-9659-C6E60759F10C}" destId="{14490997-F5F9-4202-BAF2-BC7A67087145}" srcOrd="1" destOrd="0" presId="urn:microsoft.com/office/officeart/2005/8/layout/process5"/>
    <dgm:cxn modelId="{C7A3D7A8-3144-4101-8544-FEE45B551C26}" type="presOf" srcId="{F65A6207-6DFF-4A2B-96A8-306184238D12}" destId="{D8C16DD4-B735-47CF-8A04-C1175DFEFB16}" srcOrd="0" destOrd="0" presId="urn:microsoft.com/office/officeart/2005/8/layout/process5"/>
    <dgm:cxn modelId="{7115E4AD-52BA-4361-9AC8-A75FE2DE9EA7}" type="presOf" srcId="{7C87D456-DDD8-41BE-82DE-A701BA25BC78}" destId="{4328ECAC-B82E-4B81-B4C0-29DA061BB74C}" srcOrd="1" destOrd="0" presId="urn:microsoft.com/office/officeart/2005/8/layout/process5"/>
    <dgm:cxn modelId="{5B1E8BAE-A398-4A20-B89D-5A827F135EE2}" srcId="{4A53D5B4-4F99-46B0-8FC7-F0FADC83BFB5}" destId="{3FB53310-D757-441A-8244-7765B994F212}" srcOrd="10" destOrd="0" parTransId="{3D7D6F76-D20C-48E2-B589-33E420A3C9B8}" sibTransId="{E80DB0AB-ABBC-40A7-B481-BD811F87F485}"/>
    <dgm:cxn modelId="{D24B42B0-805F-4AA6-BE4A-A224B54DBC09}" srcId="{4A53D5B4-4F99-46B0-8FC7-F0FADC83BFB5}" destId="{71D00F09-4672-4B91-A8DA-4A2FDE601C6C}" srcOrd="8" destOrd="0" parTransId="{1E0CCC80-B01B-4C32-8547-DF2106484079}" sibTransId="{C77081F7-7C0A-4212-815B-1AA9C7442D1D}"/>
    <dgm:cxn modelId="{B50C6BB0-1E8A-4BF5-93F1-E3B89ED965B8}" srcId="{4A53D5B4-4F99-46B0-8FC7-F0FADC83BFB5}" destId="{A50D8E5A-718D-4E75-8482-B3FEAB0BE13C}" srcOrd="17" destOrd="0" parTransId="{6D581AFF-E458-47B5-A2B4-AC979E9B7BCA}" sibTransId="{990EF6FD-251E-4765-90EA-35453220D9B6}"/>
    <dgm:cxn modelId="{BED73DB2-D405-4321-B3E4-93CF64E397A2}" type="presOf" srcId="{3A80EF2F-CB3C-4E08-A22C-B5D11C9BDC16}" destId="{89289A47-75EF-4856-BC1A-B3E8E6D4FBF4}" srcOrd="0" destOrd="0" presId="urn:microsoft.com/office/officeart/2005/8/layout/process5"/>
    <dgm:cxn modelId="{784DC8B3-D940-4E2C-B69E-041CFAE379C5}" srcId="{4A53D5B4-4F99-46B0-8FC7-F0FADC83BFB5}" destId="{F16A9516-B297-4321-8138-893D73DF16B8}" srcOrd="21" destOrd="0" parTransId="{6532FD22-A72A-4BB2-AB0E-5A6BA43EC814}" sibTransId="{395567AE-DDA8-4B48-8E4B-4CB583D8BF0E}"/>
    <dgm:cxn modelId="{28071DB5-0BF2-4AFE-B47D-518FFA01044C}" type="presOf" srcId="{74020D12-532F-40CC-9708-3D0A77DDC763}" destId="{F174EABE-5C85-4638-8B22-2997040AB973}" srcOrd="1" destOrd="0" presId="urn:microsoft.com/office/officeart/2005/8/layout/process5"/>
    <dgm:cxn modelId="{DC86CAB9-0B67-4754-9C05-CE00ADE33300}" type="presOf" srcId="{5B1EE914-FDF8-4A0F-8885-78356233B0C4}" destId="{96F3ABE7-D16B-45FC-989D-FBBA85A211BE}" srcOrd="1" destOrd="0" presId="urn:microsoft.com/office/officeart/2005/8/layout/process5"/>
    <dgm:cxn modelId="{4EA45CBA-627D-4A39-B96D-9F051272E0F4}" srcId="{4A53D5B4-4F99-46B0-8FC7-F0FADC83BFB5}" destId="{1F88A288-E3B0-4092-A2C6-823DE6AA8BAE}" srcOrd="9" destOrd="0" parTransId="{568F4D92-662F-45C7-B36F-316152A56E6E}" sibTransId="{3FAA794D-68EB-4E9A-895C-4DD61CAB96EE}"/>
    <dgm:cxn modelId="{EFCD1DBE-6CC1-4060-9A33-37438F5ED8CF}" srcId="{4A53D5B4-4F99-46B0-8FC7-F0FADC83BFB5}" destId="{4C27E2AE-3051-470A-8F97-FDF938E1B738}" srcOrd="20" destOrd="0" parTransId="{BF085D64-648B-42E2-B545-0E14CFF77FF6}" sibTransId="{82367AC4-03CC-4885-8B3F-B769FB0E8008}"/>
    <dgm:cxn modelId="{650284BE-C183-4E04-825F-20FEF28AC070}" srcId="{4A53D5B4-4F99-46B0-8FC7-F0FADC83BFB5}" destId="{47C9E057-191C-4B4D-9399-BAADA9956C43}" srcOrd="25" destOrd="0" parTransId="{283AB673-DB51-4D89-BBE9-4A98AAA0FCF7}" sibTransId="{C16F69B8-4E04-48C3-A51B-8C49B6437E5B}"/>
    <dgm:cxn modelId="{8E5BEBBE-DD87-4A2E-B8A0-6BF9D92C97D4}" srcId="{4A53D5B4-4F99-46B0-8FC7-F0FADC83BFB5}" destId="{C916255F-9FD9-4B73-BC0F-84B562D93F41}" srcOrd="4" destOrd="0" parTransId="{89811697-C027-40E5-A5EF-FFAB72F6740A}" sibTransId="{74020D12-532F-40CC-9708-3D0A77DDC763}"/>
    <dgm:cxn modelId="{44A667C1-75BE-4C98-AD20-54E514FD9161}" type="presOf" srcId="{CC2986CD-E433-4A98-B1A6-E440C5BAC4B1}" destId="{699469A3-56E5-4C2B-8D31-8E8DE5B32B7C}" srcOrd="0" destOrd="0" presId="urn:microsoft.com/office/officeart/2005/8/layout/process5"/>
    <dgm:cxn modelId="{9D2AC2C6-25BC-46B2-92CE-D4E8AEC1F330}" srcId="{4A53D5B4-4F99-46B0-8FC7-F0FADC83BFB5}" destId="{20C1A28D-0FA9-49B9-8AB0-4B2148EC685B}" srcOrd="14" destOrd="0" parTransId="{6C580058-A192-459C-BEC0-23465D9377C6}" sibTransId="{950A1057-964B-476B-8BC1-5206C1D46252}"/>
    <dgm:cxn modelId="{D1027AC7-D66A-4363-9ECE-4A210B5F5C85}" srcId="{4A53D5B4-4F99-46B0-8FC7-F0FADC83BFB5}" destId="{D16DDB21-36E8-48B0-85CF-1B35AB452128}" srcOrd="15" destOrd="0" parTransId="{275A22F6-DBE1-42A2-B4D4-AA691C897785}" sibTransId="{7C87D456-DDD8-41BE-82DE-A701BA25BC78}"/>
    <dgm:cxn modelId="{5949ABC7-AF0C-4528-99FA-937A6B3C7759}" type="presOf" srcId="{82367AC4-03CC-4885-8B3F-B769FB0E8008}" destId="{4FB15EA0-676A-4E50-9A0A-56F6EEF5F9F5}" srcOrd="1" destOrd="0" presId="urn:microsoft.com/office/officeart/2005/8/layout/process5"/>
    <dgm:cxn modelId="{8E2599CF-27F4-41B9-A892-64E7F9725ABF}" type="presOf" srcId="{DDD49341-D404-4D0F-B93B-477A9EE65E0A}" destId="{CBCDBCC8-A308-4F8B-9C0E-84831476B476}" srcOrd="1" destOrd="0" presId="urn:microsoft.com/office/officeart/2005/8/layout/process5"/>
    <dgm:cxn modelId="{CD7C5BD1-3D62-4C0E-8640-8CFFD2A2A5F2}" type="presOf" srcId="{2EE9923E-C485-4C28-A437-4ADBDE189420}" destId="{AD5B032D-93BE-4070-B31E-5212615F633D}" srcOrd="1" destOrd="0" presId="urn:microsoft.com/office/officeart/2005/8/layout/process5"/>
    <dgm:cxn modelId="{2B5561D1-C3A3-4296-A54A-90ECAB2FC807}" srcId="{4A53D5B4-4F99-46B0-8FC7-F0FADC83BFB5}" destId="{1E8D9BFC-4F4F-440F-93BC-DF93F3E9A5B7}" srcOrd="6" destOrd="0" parTransId="{BB4707E4-17A8-45F4-96DE-655FCF6AAB45}" sibTransId="{E6AD2485-927C-48D5-8B06-CEAF621AE455}"/>
    <dgm:cxn modelId="{EEB060D2-79A7-47BA-81C4-A11ADE60342D}" type="presOf" srcId="{373FB922-7321-45C6-9A66-70449C09A1D8}" destId="{55DB74FA-2DB7-4578-B06A-D4497F1C026A}" srcOrd="0" destOrd="0" presId="urn:microsoft.com/office/officeart/2005/8/layout/process5"/>
    <dgm:cxn modelId="{2A93A9D3-AA28-494A-8CF2-A9710B0904E5}" type="presOf" srcId="{20C1A28D-0FA9-49B9-8AB0-4B2148EC685B}" destId="{F2E2B2DA-D84C-4929-B98E-2E5163D2AFF3}" srcOrd="0" destOrd="0" presId="urn:microsoft.com/office/officeart/2005/8/layout/process5"/>
    <dgm:cxn modelId="{E5F127D6-1725-4022-8C70-C97B82CE81FB}" srcId="{4A53D5B4-4F99-46B0-8FC7-F0FADC83BFB5}" destId="{9F29CF4E-C032-4DAC-A2F9-A7BEF1A5C286}" srcOrd="3" destOrd="0" parTransId="{85FD3222-4F39-4EB7-B1B3-43EE6B8EF424}" sibTransId="{3A80EF2F-CB3C-4E08-A22C-B5D11C9BDC16}"/>
    <dgm:cxn modelId="{4AE651D9-FE72-4315-9758-5C97BB169D3A}" type="presOf" srcId="{888178E7-6E43-4081-A08D-F52AEF4930B2}" destId="{19AA7827-3139-40AA-AA5F-BC70E15613AA}" srcOrd="1" destOrd="0" presId="urn:microsoft.com/office/officeart/2005/8/layout/process5"/>
    <dgm:cxn modelId="{B80190DA-A8ED-496B-8EB9-3A89634FF08A}" type="presOf" srcId="{C916255F-9FD9-4B73-BC0F-84B562D93F41}" destId="{286CC3BE-6A6D-4E8E-BB00-41C5ACE7D088}" srcOrd="0" destOrd="0" presId="urn:microsoft.com/office/officeart/2005/8/layout/process5"/>
    <dgm:cxn modelId="{C0106CDB-F1F3-4843-BB31-55C8E2E32D82}" type="presOf" srcId="{4A53D5B4-4F99-46B0-8FC7-F0FADC83BFB5}" destId="{8110A233-E710-4571-9EBE-0C5B46F3535B}" srcOrd="0" destOrd="0" presId="urn:microsoft.com/office/officeart/2005/8/layout/process5"/>
    <dgm:cxn modelId="{F91DF2DD-B2EE-4C7D-A56F-D6BDE0B513BA}" srcId="{4A53D5B4-4F99-46B0-8FC7-F0FADC83BFB5}" destId="{EAB4E3CD-8B8C-4243-86E2-AAF6192D4934}" srcOrd="11" destOrd="0" parTransId="{D57D9D90-BF0C-446D-924C-EFA611D7ED0C}" sibTransId="{003F476C-5526-4EFF-8737-A281400C8702}"/>
    <dgm:cxn modelId="{156E40E1-9476-48C4-B287-6A9D505FBF6E}" type="presOf" srcId="{07D45306-2D6A-44C4-A414-2C4A0B8DACFD}" destId="{EF059ACF-E5E0-47ED-9E49-AC9BDAC18345}" srcOrd="0" destOrd="0" presId="urn:microsoft.com/office/officeart/2005/8/layout/process5"/>
    <dgm:cxn modelId="{9EF528E7-83FD-4042-BE0E-E0933ED91062}" type="presOf" srcId="{82367AC4-03CC-4885-8B3F-B769FB0E8008}" destId="{BD56323F-1763-41F7-BB6A-E9DBA2D6763E}" srcOrd="0" destOrd="0" presId="urn:microsoft.com/office/officeart/2005/8/layout/process5"/>
    <dgm:cxn modelId="{0459A2E7-E3EC-4C5D-AC17-A3A065D84917}" type="presOf" srcId="{F1728D04-A3E1-40D4-8BB9-73142B2CFB0C}" destId="{EA23E612-742C-4EB8-AEF3-22A17CA36157}" srcOrd="0" destOrd="0" presId="urn:microsoft.com/office/officeart/2005/8/layout/process5"/>
    <dgm:cxn modelId="{50A261E8-38A1-42E6-B2F7-3781D065B253}" type="presOf" srcId="{F1BA025D-CC6C-4874-B6A4-DCFDBEBCFB9B}" destId="{3609A766-F8EF-42D6-9456-71A44CDC5E1D}" srcOrd="0" destOrd="0" presId="urn:microsoft.com/office/officeart/2005/8/layout/process5"/>
    <dgm:cxn modelId="{241A46E9-B169-40E5-9229-2C7602ABD585}" type="presOf" srcId="{55B6D8C5-D7A7-40B3-AC98-5314A0BF639C}" destId="{53D2B761-0627-47D3-A200-1F1252C7F1E3}" srcOrd="0" destOrd="0" presId="urn:microsoft.com/office/officeart/2005/8/layout/process5"/>
    <dgm:cxn modelId="{52116CED-129B-4DEA-BE93-3B7719FEE8D1}" type="presOf" srcId="{0D7C8D26-5E2D-4050-B51A-A415D32B0B48}" destId="{7B3DC14C-8432-43D6-AFA4-332CE05F656C}" srcOrd="0" destOrd="0" presId="urn:microsoft.com/office/officeart/2005/8/layout/process5"/>
    <dgm:cxn modelId="{C6249EEF-83D8-4ED2-923C-ECEA6999CFC1}" type="presOf" srcId="{8B48A213-0B9B-4A34-83A0-DC44DF2111FB}" destId="{1CC9289F-AF2D-4244-B8B5-F215B271009B}" srcOrd="0" destOrd="0" presId="urn:microsoft.com/office/officeart/2005/8/layout/process5"/>
    <dgm:cxn modelId="{EC908DF2-36B4-4EDB-BF24-957AFE18F250}" srcId="{4A53D5B4-4F99-46B0-8FC7-F0FADC83BFB5}" destId="{D9F3E4D1-7E17-405E-B496-6ABC0A7182E6}" srcOrd="19" destOrd="0" parTransId="{9F086F94-F901-4DFE-8C18-96C1FF9EC2EB}" sibTransId="{0BB6A1E0-F593-42A2-BB30-8A5D7C785B2C}"/>
    <dgm:cxn modelId="{60749CF7-BE0D-438A-A6A4-B0098A1FA441}" type="presOf" srcId="{950A1057-964B-476B-8BC1-5206C1D46252}" destId="{1F601018-AD7E-43C2-A0C4-23C38CCB09DB}" srcOrd="1" destOrd="0" presId="urn:microsoft.com/office/officeart/2005/8/layout/process5"/>
    <dgm:cxn modelId="{CA4DDFF7-3287-4E05-9B81-A417C45E49C7}" type="presOf" srcId="{2EE9923E-C485-4C28-A437-4ADBDE189420}" destId="{870EAEE7-B2FA-4876-8C77-6003ABF6B7B9}" srcOrd="0" destOrd="0" presId="urn:microsoft.com/office/officeart/2005/8/layout/process5"/>
    <dgm:cxn modelId="{14DA46F9-127D-4A16-A98F-90CCD8641994}" srcId="{4A53D5B4-4F99-46B0-8FC7-F0FADC83BFB5}" destId="{8B48A213-0B9B-4A34-83A0-DC44DF2111FB}" srcOrd="2" destOrd="0" parTransId="{1C62D438-884D-435B-8CCA-8AC1867A91EE}" sibTransId="{74D1648A-C9BF-4615-835D-0232FDF52F88}"/>
    <dgm:cxn modelId="{6ECBEFFA-0EB0-46DE-A450-16D616CBE71E}" srcId="{4A53D5B4-4F99-46B0-8FC7-F0FADC83BFB5}" destId="{F1728D04-A3E1-40D4-8BB9-73142B2CFB0C}" srcOrd="18" destOrd="0" parTransId="{E70879A8-E434-4EDB-A3F9-7D88FB79DDC3}" sibTransId="{2B8E7501-069E-476D-9574-6A48D3A1964B}"/>
    <dgm:cxn modelId="{E506E6FE-1B39-4179-8940-9AD4A5F74180}" srcId="{4A53D5B4-4F99-46B0-8FC7-F0FADC83BFB5}" destId="{22F3CE9E-D9EE-407A-9F2F-05B95DCBA5C8}" srcOrd="22" destOrd="0" parTransId="{CAD01255-A714-42B6-9E3C-E56296F9C98D}" sibTransId="{88A9DF78-EBF7-4405-B696-F68E6286BA90}"/>
    <dgm:cxn modelId="{C35322FF-A951-4A21-9141-1DCCC03209C9}" type="presOf" srcId="{4C27E2AE-3051-470A-8F97-FDF938E1B738}" destId="{CA4454BA-436E-4734-B871-53452BFE6016}" srcOrd="0" destOrd="0" presId="urn:microsoft.com/office/officeart/2005/8/layout/process5"/>
    <dgm:cxn modelId="{5FE1CADD-56D9-45EA-B7A0-3B28A66A961B}" type="presParOf" srcId="{8110A233-E710-4571-9EBE-0C5B46F3535B}" destId="{08F742BE-8078-4578-9F07-8AEB32677A15}" srcOrd="0" destOrd="0" presId="urn:microsoft.com/office/officeart/2005/8/layout/process5"/>
    <dgm:cxn modelId="{B325CA93-A66F-4B6F-99A3-343A70FEB665}" type="presParOf" srcId="{8110A233-E710-4571-9EBE-0C5B46F3535B}" destId="{E31D951F-EDC7-408C-AC4C-89CCE8454B90}" srcOrd="1" destOrd="0" presId="urn:microsoft.com/office/officeart/2005/8/layout/process5"/>
    <dgm:cxn modelId="{CB9E601D-A724-4A80-BDF5-31DE1E69D292}" type="presParOf" srcId="{E31D951F-EDC7-408C-AC4C-89CCE8454B90}" destId="{6FD49831-1671-4CB9-A080-883697219DFD}" srcOrd="0" destOrd="0" presId="urn:microsoft.com/office/officeart/2005/8/layout/process5"/>
    <dgm:cxn modelId="{C29D6EA6-D996-41F2-80DD-5484E5244E72}" type="presParOf" srcId="{8110A233-E710-4571-9EBE-0C5B46F3535B}" destId="{C77CA9A4-1873-435F-B923-8AB4FD178A76}" srcOrd="2" destOrd="0" presId="urn:microsoft.com/office/officeart/2005/8/layout/process5"/>
    <dgm:cxn modelId="{2F2F0AC4-450A-4E70-A85F-D2E87F69FC15}" type="presParOf" srcId="{8110A233-E710-4571-9EBE-0C5B46F3535B}" destId="{6578744E-A1B6-4FF2-BA99-420A0585D6EA}" srcOrd="3" destOrd="0" presId="urn:microsoft.com/office/officeart/2005/8/layout/process5"/>
    <dgm:cxn modelId="{440B085D-7C71-4F87-A38F-3DC1E1FA2841}" type="presParOf" srcId="{6578744E-A1B6-4FF2-BA99-420A0585D6EA}" destId="{96F3ABE7-D16B-45FC-989D-FBBA85A211BE}" srcOrd="0" destOrd="0" presId="urn:microsoft.com/office/officeart/2005/8/layout/process5"/>
    <dgm:cxn modelId="{E92CF9C5-DBCD-4051-8931-C4FA008EAD7C}" type="presParOf" srcId="{8110A233-E710-4571-9EBE-0C5B46F3535B}" destId="{1CC9289F-AF2D-4244-B8B5-F215B271009B}" srcOrd="4" destOrd="0" presId="urn:microsoft.com/office/officeart/2005/8/layout/process5"/>
    <dgm:cxn modelId="{908D48D1-5182-4927-8ABE-B5AFE9AC83D6}" type="presParOf" srcId="{8110A233-E710-4571-9EBE-0C5B46F3535B}" destId="{2431E1C7-91CF-4642-898F-C860F459153E}" srcOrd="5" destOrd="0" presId="urn:microsoft.com/office/officeart/2005/8/layout/process5"/>
    <dgm:cxn modelId="{45D2062F-75D2-497B-9A7C-471415EC782D}" type="presParOf" srcId="{2431E1C7-91CF-4642-898F-C860F459153E}" destId="{13D5294A-712A-4E78-BBE3-7C04F4B40AF4}" srcOrd="0" destOrd="0" presId="urn:microsoft.com/office/officeart/2005/8/layout/process5"/>
    <dgm:cxn modelId="{98B48CB5-0F05-4F4F-B274-7A2B21738C53}" type="presParOf" srcId="{8110A233-E710-4571-9EBE-0C5B46F3535B}" destId="{1ECAC14A-4D36-45C3-A89A-DC713A55894F}" srcOrd="6" destOrd="0" presId="urn:microsoft.com/office/officeart/2005/8/layout/process5"/>
    <dgm:cxn modelId="{CA220E88-5DA5-4553-85C8-9957CC7C7D72}" type="presParOf" srcId="{8110A233-E710-4571-9EBE-0C5B46F3535B}" destId="{89289A47-75EF-4856-BC1A-B3E8E6D4FBF4}" srcOrd="7" destOrd="0" presId="urn:microsoft.com/office/officeart/2005/8/layout/process5"/>
    <dgm:cxn modelId="{74C62EBC-217E-415E-BA02-99173F964E54}" type="presParOf" srcId="{89289A47-75EF-4856-BC1A-B3E8E6D4FBF4}" destId="{DB34882C-69AC-4FAC-8DCB-0EAECB2EEDFF}" srcOrd="0" destOrd="0" presId="urn:microsoft.com/office/officeart/2005/8/layout/process5"/>
    <dgm:cxn modelId="{4D5AD192-0989-4511-8141-B23BA86A87F5}" type="presParOf" srcId="{8110A233-E710-4571-9EBE-0C5B46F3535B}" destId="{286CC3BE-6A6D-4E8E-BB00-41C5ACE7D088}" srcOrd="8" destOrd="0" presId="urn:microsoft.com/office/officeart/2005/8/layout/process5"/>
    <dgm:cxn modelId="{EB66E505-BC58-460F-9EF1-8C8FA8709E3F}" type="presParOf" srcId="{8110A233-E710-4571-9EBE-0C5B46F3535B}" destId="{B8ABC951-5296-4AC9-A3F3-DB7BB45DBB00}" srcOrd="9" destOrd="0" presId="urn:microsoft.com/office/officeart/2005/8/layout/process5"/>
    <dgm:cxn modelId="{1F454F61-EE87-497C-93CD-2105B90D08D6}" type="presParOf" srcId="{B8ABC951-5296-4AC9-A3F3-DB7BB45DBB00}" destId="{F174EABE-5C85-4638-8B22-2997040AB973}" srcOrd="0" destOrd="0" presId="urn:microsoft.com/office/officeart/2005/8/layout/process5"/>
    <dgm:cxn modelId="{5AAF46E0-389B-4FDF-BA32-343570142269}" type="presParOf" srcId="{8110A233-E710-4571-9EBE-0C5B46F3535B}" destId="{53D2B761-0627-47D3-A200-1F1252C7F1E3}" srcOrd="10" destOrd="0" presId="urn:microsoft.com/office/officeart/2005/8/layout/process5"/>
    <dgm:cxn modelId="{A7DA6089-8E69-4D25-8753-9C8D1DB650F4}" type="presParOf" srcId="{8110A233-E710-4571-9EBE-0C5B46F3535B}" destId="{43150C81-570A-46D3-A683-6FD08C28335B}" srcOrd="11" destOrd="0" presId="urn:microsoft.com/office/officeart/2005/8/layout/process5"/>
    <dgm:cxn modelId="{01AB1D50-6B10-4E80-92E9-7708F5398CB0}" type="presParOf" srcId="{43150C81-570A-46D3-A683-6FD08C28335B}" destId="{D865396D-203E-4D60-BA32-E1A53501F09E}" srcOrd="0" destOrd="0" presId="urn:microsoft.com/office/officeart/2005/8/layout/process5"/>
    <dgm:cxn modelId="{BAA6BEE4-7C2E-4CC0-B813-B5FD2D33A189}" type="presParOf" srcId="{8110A233-E710-4571-9EBE-0C5B46F3535B}" destId="{81A2DF51-5B65-4BBE-B8F6-133A05691198}" srcOrd="12" destOrd="0" presId="urn:microsoft.com/office/officeart/2005/8/layout/process5"/>
    <dgm:cxn modelId="{250A38B2-D6B8-4241-8D86-D8062AD12B8B}" type="presParOf" srcId="{8110A233-E710-4571-9EBE-0C5B46F3535B}" destId="{009E982D-18A0-4636-B298-DAAE31355CF0}" srcOrd="13" destOrd="0" presId="urn:microsoft.com/office/officeart/2005/8/layout/process5"/>
    <dgm:cxn modelId="{75114EE4-6F95-458B-85C8-E2BBFC12A253}" type="presParOf" srcId="{009E982D-18A0-4636-B298-DAAE31355CF0}" destId="{DC3B8387-A9FA-4681-A293-7FE4ACA2748C}" srcOrd="0" destOrd="0" presId="urn:microsoft.com/office/officeart/2005/8/layout/process5"/>
    <dgm:cxn modelId="{C573B9AC-0DB3-476F-85A0-350BE124424A}" type="presParOf" srcId="{8110A233-E710-4571-9EBE-0C5B46F3535B}" destId="{D4530E2E-F481-4585-B85D-6BA1B8EFD3D7}" srcOrd="14" destOrd="0" presId="urn:microsoft.com/office/officeart/2005/8/layout/process5"/>
    <dgm:cxn modelId="{EE728E66-BE9D-4F82-B5F0-EAD5A4499482}" type="presParOf" srcId="{8110A233-E710-4571-9EBE-0C5B46F3535B}" destId="{1378E5EB-9E7D-4BD7-BB8F-FC4295949573}" srcOrd="15" destOrd="0" presId="urn:microsoft.com/office/officeart/2005/8/layout/process5"/>
    <dgm:cxn modelId="{5EB90AC4-E14E-4527-9661-E015D6F02D78}" type="presParOf" srcId="{1378E5EB-9E7D-4BD7-BB8F-FC4295949573}" destId="{19AA7827-3139-40AA-AA5F-BC70E15613AA}" srcOrd="0" destOrd="0" presId="urn:microsoft.com/office/officeart/2005/8/layout/process5"/>
    <dgm:cxn modelId="{9A57C23F-F260-43F3-831D-45E94FA1E500}" type="presParOf" srcId="{8110A233-E710-4571-9EBE-0C5B46F3535B}" destId="{AC15D5FA-B1DC-4A3A-AC2F-CDD91354BAA9}" srcOrd="16" destOrd="0" presId="urn:microsoft.com/office/officeart/2005/8/layout/process5"/>
    <dgm:cxn modelId="{9B4EB129-8F27-4700-A475-9DD1F4FB77C6}" type="presParOf" srcId="{8110A233-E710-4571-9EBE-0C5B46F3535B}" destId="{053F8B29-F4D4-4E5D-A39C-0432D6E92138}" srcOrd="17" destOrd="0" presId="urn:microsoft.com/office/officeart/2005/8/layout/process5"/>
    <dgm:cxn modelId="{E41BEC84-DB47-4F0D-BEE6-139DB29C65F0}" type="presParOf" srcId="{053F8B29-F4D4-4E5D-A39C-0432D6E92138}" destId="{F1F59FF4-918D-43F7-9E9F-39F2F5C8494C}" srcOrd="0" destOrd="0" presId="urn:microsoft.com/office/officeart/2005/8/layout/process5"/>
    <dgm:cxn modelId="{5DD57891-8D9D-4CB1-97AF-D43064462177}" type="presParOf" srcId="{8110A233-E710-4571-9EBE-0C5B46F3535B}" destId="{8A497C6B-2B77-4721-8C5F-0A586C05E90F}" srcOrd="18" destOrd="0" presId="urn:microsoft.com/office/officeart/2005/8/layout/process5"/>
    <dgm:cxn modelId="{1DAF4EAC-61EA-48E8-94CD-A082E821138E}" type="presParOf" srcId="{8110A233-E710-4571-9EBE-0C5B46F3535B}" destId="{B4071A0E-32AA-4B62-907B-DFBC8D486A3B}" srcOrd="19" destOrd="0" presId="urn:microsoft.com/office/officeart/2005/8/layout/process5"/>
    <dgm:cxn modelId="{FA0A71FF-2D3E-420E-90B2-C1933C3BA44F}" type="presParOf" srcId="{B4071A0E-32AA-4B62-907B-DFBC8D486A3B}" destId="{CE155271-5101-4EE7-A5F4-9946688DC1AD}" srcOrd="0" destOrd="0" presId="urn:microsoft.com/office/officeart/2005/8/layout/process5"/>
    <dgm:cxn modelId="{2A04D93C-BA55-406C-BF3D-664CD550F18B}" type="presParOf" srcId="{8110A233-E710-4571-9EBE-0C5B46F3535B}" destId="{5B75B6B3-BCB0-489E-BD24-CFB32CE530B7}" srcOrd="20" destOrd="0" presId="urn:microsoft.com/office/officeart/2005/8/layout/process5"/>
    <dgm:cxn modelId="{D7D0EB02-FB0B-41B2-9130-92735CF77303}" type="presParOf" srcId="{8110A233-E710-4571-9EBE-0C5B46F3535B}" destId="{6D349B5D-6EA9-49CA-B2A5-9601334434F5}" srcOrd="21" destOrd="0" presId="urn:microsoft.com/office/officeart/2005/8/layout/process5"/>
    <dgm:cxn modelId="{42FF6C4C-A010-46B3-8284-E7015B42A864}" type="presParOf" srcId="{6D349B5D-6EA9-49CA-B2A5-9601334434F5}" destId="{C37A754A-E4FD-4ABA-9165-CDCAD8817748}" srcOrd="0" destOrd="0" presId="urn:microsoft.com/office/officeart/2005/8/layout/process5"/>
    <dgm:cxn modelId="{8FFE881B-EDFC-4732-9C55-872D8A4ECAB1}" type="presParOf" srcId="{8110A233-E710-4571-9EBE-0C5B46F3535B}" destId="{2779722B-A453-4725-99A9-6768D13B2DDC}" srcOrd="22" destOrd="0" presId="urn:microsoft.com/office/officeart/2005/8/layout/process5"/>
    <dgm:cxn modelId="{183B9977-D6B7-4CEB-BF0E-0F9B8498AF6B}" type="presParOf" srcId="{8110A233-E710-4571-9EBE-0C5B46F3535B}" destId="{58AF112F-3A06-45F9-8B90-C50B59ED2084}" srcOrd="23" destOrd="0" presId="urn:microsoft.com/office/officeart/2005/8/layout/process5"/>
    <dgm:cxn modelId="{36F4E49D-4F70-41B0-A6A0-7C54AC24BDDC}" type="presParOf" srcId="{58AF112F-3A06-45F9-8B90-C50B59ED2084}" destId="{AF5C4EFB-3E4E-4051-8ABB-2F26186CFBD4}" srcOrd="0" destOrd="0" presId="urn:microsoft.com/office/officeart/2005/8/layout/process5"/>
    <dgm:cxn modelId="{5A89B854-B933-4BB9-B79B-45E489761B5C}" type="presParOf" srcId="{8110A233-E710-4571-9EBE-0C5B46F3535B}" destId="{93B86BC0-E2E7-45D9-8997-873D725239E5}" srcOrd="24" destOrd="0" presId="urn:microsoft.com/office/officeart/2005/8/layout/process5"/>
    <dgm:cxn modelId="{D41506F2-799E-4067-A9A2-6D49CADCAD36}" type="presParOf" srcId="{8110A233-E710-4571-9EBE-0C5B46F3535B}" destId="{19AA932D-E61A-431F-A628-0488D3ED0CBE}" srcOrd="25" destOrd="0" presId="urn:microsoft.com/office/officeart/2005/8/layout/process5"/>
    <dgm:cxn modelId="{8FF37BB2-BD39-4A5B-A10E-D4B98E2BB888}" type="presParOf" srcId="{19AA932D-E61A-431F-A628-0488D3ED0CBE}" destId="{25E6AC57-F634-4923-84C5-710F441FC21C}" srcOrd="0" destOrd="0" presId="urn:microsoft.com/office/officeart/2005/8/layout/process5"/>
    <dgm:cxn modelId="{16BC8BA8-B44E-42DF-99DD-DC3D22B69F36}" type="presParOf" srcId="{8110A233-E710-4571-9EBE-0C5B46F3535B}" destId="{3609A766-F8EF-42D6-9456-71A44CDC5E1D}" srcOrd="26" destOrd="0" presId="urn:microsoft.com/office/officeart/2005/8/layout/process5"/>
    <dgm:cxn modelId="{D9BE0346-ED7A-4C21-BF84-D852DD9BC6AF}" type="presParOf" srcId="{8110A233-E710-4571-9EBE-0C5B46F3535B}" destId="{B85E1ECD-E953-4B6A-BFEB-8C943AC2BCAA}" srcOrd="27" destOrd="0" presId="urn:microsoft.com/office/officeart/2005/8/layout/process5"/>
    <dgm:cxn modelId="{8F53ABEC-311A-4B95-9D08-503E79956099}" type="presParOf" srcId="{B85E1ECD-E953-4B6A-BFEB-8C943AC2BCAA}" destId="{CBCDBCC8-A308-4F8B-9C0E-84831476B476}" srcOrd="0" destOrd="0" presId="urn:microsoft.com/office/officeart/2005/8/layout/process5"/>
    <dgm:cxn modelId="{892C4369-AA39-4517-9DC3-F70557D35618}" type="presParOf" srcId="{8110A233-E710-4571-9EBE-0C5B46F3535B}" destId="{F2E2B2DA-D84C-4929-B98E-2E5163D2AFF3}" srcOrd="28" destOrd="0" presId="urn:microsoft.com/office/officeart/2005/8/layout/process5"/>
    <dgm:cxn modelId="{3105EF79-7F88-4D77-A485-20637CA2D3DD}" type="presParOf" srcId="{8110A233-E710-4571-9EBE-0C5B46F3535B}" destId="{D753762D-A18B-46D9-B295-1E848E96FF89}" srcOrd="29" destOrd="0" presId="urn:microsoft.com/office/officeart/2005/8/layout/process5"/>
    <dgm:cxn modelId="{9131B3CC-9598-4D5B-89A9-673C69CF0269}" type="presParOf" srcId="{D753762D-A18B-46D9-B295-1E848E96FF89}" destId="{1F601018-AD7E-43C2-A0C4-23C38CCB09DB}" srcOrd="0" destOrd="0" presId="urn:microsoft.com/office/officeart/2005/8/layout/process5"/>
    <dgm:cxn modelId="{5D050CDD-9099-4A20-AB2F-AF064865E893}" type="presParOf" srcId="{8110A233-E710-4571-9EBE-0C5B46F3535B}" destId="{9B67ED3E-C25F-4153-AA56-B9951536FFF5}" srcOrd="30" destOrd="0" presId="urn:microsoft.com/office/officeart/2005/8/layout/process5"/>
    <dgm:cxn modelId="{9224DEB4-1044-48B3-8910-F2D5DF0BA5F2}" type="presParOf" srcId="{8110A233-E710-4571-9EBE-0C5B46F3535B}" destId="{148E629F-AFB7-4278-85C2-27C560A8E6C0}" srcOrd="31" destOrd="0" presId="urn:microsoft.com/office/officeart/2005/8/layout/process5"/>
    <dgm:cxn modelId="{52F2FBB1-47BC-4ACB-9FDE-6311C708B8C4}" type="presParOf" srcId="{148E629F-AFB7-4278-85C2-27C560A8E6C0}" destId="{4328ECAC-B82E-4B81-B4C0-29DA061BB74C}" srcOrd="0" destOrd="0" presId="urn:microsoft.com/office/officeart/2005/8/layout/process5"/>
    <dgm:cxn modelId="{0A0D356C-AFD6-42EC-A8EA-189953398479}" type="presParOf" srcId="{8110A233-E710-4571-9EBE-0C5B46F3535B}" destId="{EF059ACF-E5E0-47ED-9E49-AC9BDAC18345}" srcOrd="32" destOrd="0" presId="urn:microsoft.com/office/officeart/2005/8/layout/process5"/>
    <dgm:cxn modelId="{999F6909-41DC-43F0-AA4F-6BC1A964EF91}" type="presParOf" srcId="{8110A233-E710-4571-9EBE-0C5B46F3535B}" destId="{BED0AE80-1321-41EA-8F1C-A9A4A68962C7}" srcOrd="33" destOrd="0" presId="urn:microsoft.com/office/officeart/2005/8/layout/process5"/>
    <dgm:cxn modelId="{43A6429C-4B26-4E3E-BEAB-6C5DFA9DE9F2}" type="presParOf" srcId="{BED0AE80-1321-41EA-8F1C-A9A4A68962C7}" destId="{4F8F4A60-C677-4B46-9731-0A842DAF9744}" srcOrd="0" destOrd="0" presId="urn:microsoft.com/office/officeart/2005/8/layout/process5"/>
    <dgm:cxn modelId="{09CC2397-A29D-4CE6-9166-3886B7ECB26E}" type="presParOf" srcId="{8110A233-E710-4571-9EBE-0C5B46F3535B}" destId="{688389ED-2110-4C44-A947-D2973AE1DC6D}" srcOrd="34" destOrd="0" presId="urn:microsoft.com/office/officeart/2005/8/layout/process5"/>
    <dgm:cxn modelId="{6B23AE21-BA2F-4EBA-8449-4B15086EB410}" type="presParOf" srcId="{8110A233-E710-4571-9EBE-0C5B46F3535B}" destId="{9A99E111-88AD-4737-8E91-B1335F9EAF32}" srcOrd="35" destOrd="0" presId="urn:microsoft.com/office/officeart/2005/8/layout/process5"/>
    <dgm:cxn modelId="{3E64A9C4-15E1-4A1A-A6E6-61BA209F9B7D}" type="presParOf" srcId="{9A99E111-88AD-4737-8E91-B1335F9EAF32}" destId="{A3C5A8BC-69FB-4C43-82BB-44B9AD93F53D}" srcOrd="0" destOrd="0" presId="urn:microsoft.com/office/officeart/2005/8/layout/process5"/>
    <dgm:cxn modelId="{077DDCBB-C37C-4495-907E-14B828EDCBD1}" type="presParOf" srcId="{8110A233-E710-4571-9EBE-0C5B46F3535B}" destId="{EA23E612-742C-4EB8-AEF3-22A17CA36157}" srcOrd="36" destOrd="0" presId="urn:microsoft.com/office/officeart/2005/8/layout/process5"/>
    <dgm:cxn modelId="{BB890B96-C80A-4B5D-BE64-73DA6D8E82C6}" type="presParOf" srcId="{8110A233-E710-4571-9EBE-0C5B46F3535B}" destId="{4905EE74-07D7-45FC-B855-46FEA226882C}" srcOrd="37" destOrd="0" presId="urn:microsoft.com/office/officeart/2005/8/layout/process5"/>
    <dgm:cxn modelId="{78255F78-6225-49E3-A3B8-B76C68622E6A}" type="presParOf" srcId="{4905EE74-07D7-45FC-B855-46FEA226882C}" destId="{20C2DD8B-2020-4A90-9028-DED53CE402F4}" srcOrd="0" destOrd="0" presId="urn:microsoft.com/office/officeart/2005/8/layout/process5"/>
    <dgm:cxn modelId="{717871CC-2EF7-4DEB-88A4-61886DCEB88C}" type="presParOf" srcId="{8110A233-E710-4571-9EBE-0C5B46F3535B}" destId="{898B42BD-1A44-4BA5-819E-BE8682549DEA}" srcOrd="38" destOrd="0" presId="urn:microsoft.com/office/officeart/2005/8/layout/process5"/>
    <dgm:cxn modelId="{A9F0623A-88D9-4E77-90B0-553C533CE537}" type="presParOf" srcId="{8110A233-E710-4571-9EBE-0C5B46F3535B}" destId="{D99928F9-48D7-4680-B535-7F49EDF380A3}" srcOrd="39" destOrd="0" presId="urn:microsoft.com/office/officeart/2005/8/layout/process5"/>
    <dgm:cxn modelId="{C2C6F503-ECEA-42E2-A5EC-9CB6D7C5C80B}" type="presParOf" srcId="{D99928F9-48D7-4680-B535-7F49EDF380A3}" destId="{555688EA-9770-42F0-9795-AF2A6C5FE766}" srcOrd="0" destOrd="0" presId="urn:microsoft.com/office/officeart/2005/8/layout/process5"/>
    <dgm:cxn modelId="{F36FC63E-2D1D-4DF5-AFF4-BAFD4D616EAC}" type="presParOf" srcId="{8110A233-E710-4571-9EBE-0C5B46F3535B}" destId="{CA4454BA-436E-4734-B871-53452BFE6016}" srcOrd="40" destOrd="0" presId="urn:microsoft.com/office/officeart/2005/8/layout/process5"/>
    <dgm:cxn modelId="{82BC59EA-C592-4295-81F5-81DD2E647AD6}" type="presParOf" srcId="{8110A233-E710-4571-9EBE-0C5B46F3535B}" destId="{BD56323F-1763-41F7-BB6A-E9DBA2D6763E}" srcOrd="41" destOrd="0" presId="urn:microsoft.com/office/officeart/2005/8/layout/process5"/>
    <dgm:cxn modelId="{80B5A4F6-4AAA-4013-AA2D-55A7A4759868}" type="presParOf" srcId="{BD56323F-1763-41F7-BB6A-E9DBA2D6763E}" destId="{4FB15EA0-676A-4E50-9A0A-56F6EEF5F9F5}" srcOrd="0" destOrd="0" presId="urn:microsoft.com/office/officeart/2005/8/layout/process5"/>
    <dgm:cxn modelId="{460EBA0E-3B27-41AB-925D-4FD71BE1B845}" type="presParOf" srcId="{8110A233-E710-4571-9EBE-0C5B46F3535B}" destId="{86F76F83-8928-4B44-8BC7-0436925327AC}" srcOrd="42" destOrd="0" presId="urn:microsoft.com/office/officeart/2005/8/layout/process5"/>
    <dgm:cxn modelId="{E0717F68-D036-4A8A-BD09-7362E4431605}" type="presParOf" srcId="{8110A233-E710-4571-9EBE-0C5B46F3535B}" destId="{0B22BA3C-54AB-4B2A-B154-21F4ADEBFF93}" srcOrd="43" destOrd="0" presId="urn:microsoft.com/office/officeart/2005/8/layout/process5"/>
    <dgm:cxn modelId="{C7DE7FDA-204C-4ED4-9F00-62FBB9EAA1A7}" type="presParOf" srcId="{0B22BA3C-54AB-4B2A-B154-21F4ADEBFF93}" destId="{33F6FE68-3895-4D89-B62C-D312F60758B6}" srcOrd="0" destOrd="0" presId="urn:microsoft.com/office/officeart/2005/8/layout/process5"/>
    <dgm:cxn modelId="{4E73324C-10F9-4099-8CD9-B4E047AC5B96}" type="presParOf" srcId="{8110A233-E710-4571-9EBE-0C5B46F3535B}" destId="{758823BA-9331-42E4-A11C-E0968247246B}" srcOrd="44" destOrd="0" presId="urn:microsoft.com/office/officeart/2005/8/layout/process5"/>
    <dgm:cxn modelId="{7CB55758-A0EA-43FD-8044-D72067E09946}" type="presParOf" srcId="{8110A233-E710-4571-9EBE-0C5B46F3535B}" destId="{1A4A6844-9384-4362-8597-E9A7A4EE0900}" srcOrd="45" destOrd="0" presId="urn:microsoft.com/office/officeart/2005/8/layout/process5"/>
    <dgm:cxn modelId="{77771966-88B5-469A-AA63-AA8868B02E6B}" type="presParOf" srcId="{1A4A6844-9384-4362-8597-E9A7A4EE0900}" destId="{17E98316-66C2-427F-B293-10AF443FDEB4}" srcOrd="0" destOrd="0" presId="urn:microsoft.com/office/officeart/2005/8/layout/process5"/>
    <dgm:cxn modelId="{E85E36B2-F3FD-4003-ABAE-DA8FCBCF69CB}" type="presParOf" srcId="{8110A233-E710-4571-9EBE-0C5B46F3535B}" destId="{55DB74FA-2DB7-4578-B06A-D4497F1C026A}" srcOrd="46" destOrd="0" presId="urn:microsoft.com/office/officeart/2005/8/layout/process5"/>
    <dgm:cxn modelId="{40FA087E-F4F8-4EC2-A0A2-92F467E22B9F}" type="presParOf" srcId="{8110A233-E710-4571-9EBE-0C5B46F3535B}" destId="{070148C4-A7B4-43DD-8F06-F0C95CE7EB5A}" srcOrd="47" destOrd="0" presId="urn:microsoft.com/office/officeart/2005/8/layout/process5"/>
    <dgm:cxn modelId="{9298C569-1202-4B2C-86C3-989BA42CD5D0}" type="presParOf" srcId="{070148C4-A7B4-43DD-8F06-F0C95CE7EB5A}" destId="{14490997-F5F9-4202-BAF2-BC7A67087145}" srcOrd="0" destOrd="0" presId="urn:microsoft.com/office/officeart/2005/8/layout/process5"/>
    <dgm:cxn modelId="{9365B97C-7858-4A89-8E9F-98BD1BC7D51B}" type="presParOf" srcId="{8110A233-E710-4571-9EBE-0C5B46F3535B}" destId="{D8C16DD4-B735-47CF-8A04-C1175DFEFB16}" srcOrd="48" destOrd="0" presId="urn:microsoft.com/office/officeart/2005/8/layout/process5"/>
    <dgm:cxn modelId="{23F71103-EFC6-4F17-95F1-20DA937100FC}" type="presParOf" srcId="{8110A233-E710-4571-9EBE-0C5B46F3535B}" destId="{870EAEE7-B2FA-4876-8C77-6003ABF6B7B9}" srcOrd="49" destOrd="0" presId="urn:microsoft.com/office/officeart/2005/8/layout/process5"/>
    <dgm:cxn modelId="{128A5633-2B9C-473A-BD2B-4887E5A4ACD5}" type="presParOf" srcId="{870EAEE7-B2FA-4876-8C77-6003ABF6B7B9}" destId="{AD5B032D-93BE-4070-B31E-5212615F633D}" srcOrd="0" destOrd="0" presId="urn:microsoft.com/office/officeart/2005/8/layout/process5"/>
    <dgm:cxn modelId="{AD71642C-5EB9-47E7-AFFF-4610E26035E4}" type="presParOf" srcId="{8110A233-E710-4571-9EBE-0C5B46F3535B}" destId="{940E8A83-2A1A-4D83-B848-323CE41E3433}" srcOrd="50" destOrd="0" presId="urn:microsoft.com/office/officeart/2005/8/layout/process5"/>
    <dgm:cxn modelId="{C8B6C67C-F4CE-4CEF-A1DA-2E0576C2A565}" type="presParOf" srcId="{8110A233-E710-4571-9EBE-0C5B46F3535B}" destId="{11C8AE40-2DCC-468B-83D3-AAEA1AA69805}" srcOrd="51" destOrd="0" presId="urn:microsoft.com/office/officeart/2005/8/layout/process5"/>
    <dgm:cxn modelId="{D25D443F-9DBD-48BA-8EEA-E11425B1B1C7}" type="presParOf" srcId="{11C8AE40-2DCC-468B-83D3-AAEA1AA69805}" destId="{ADE6D322-4A05-41D3-AEDB-D56C268FD5D7}" srcOrd="0" destOrd="0" presId="urn:microsoft.com/office/officeart/2005/8/layout/process5"/>
    <dgm:cxn modelId="{D6D9208E-7F0E-40B6-BC31-4752A9D12BD7}" type="presParOf" srcId="{8110A233-E710-4571-9EBE-0C5B46F3535B}" destId="{699469A3-56E5-4C2B-8D31-8E8DE5B32B7C}" srcOrd="52" destOrd="0" presId="urn:microsoft.com/office/officeart/2005/8/layout/process5"/>
    <dgm:cxn modelId="{59E19CBA-3088-44DB-86E1-D6C952875F2D}" type="presParOf" srcId="{8110A233-E710-4571-9EBE-0C5B46F3535B}" destId="{7B3DC14C-8432-43D6-AFA4-332CE05F656C}" srcOrd="53" destOrd="0" presId="urn:microsoft.com/office/officeart/2005/8/layout/process5"/>
    <dgm:cxn modelId="{E86D24FA-DE15-4130-8B2E-4FB8B41EEC6A}" type="presParOf" srcId="{7B3DC14C-8432-43D6-AFA4-332CE05F656C}" destId="{B2FBD4C5-5E5C-4996-BE6D-700512F208D1}" srcOrd="0" destOrd="0" presId="urn:microsoft.com/office/officeart/2005/8/layout/process5"/>
    <dgm:cxn modelId="{DC2C1701-0DA8-456F-9A14-1EE51A58CF36}" type="presParOf" srcId="{8110A233-E710-4571-9EBE-0C5B46F3535B}" destId="{0A0C6298-47F7-4CE6-ACF4-8F3CD5F0B6CA}" srcOrd="54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F742BE-8078-4578-9F07-8AEB32677A15}">
      <dsp:nvSpPr>
        <dsp:cNvPr id="0" name=""/>
        <dsp:cNvSpPr/>
      </dsp:nvSpPr>
      <dsp:spPr>
        <a:xfrm>
          <a:off x="97645" y="3163"/>
          <a:ext cx="1446010" cy="86760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000" kern="1200" dirty="0"/>
            <a:t>開始</a:t>
          </a:r>
          <a:endParaRPr lang="LID4096" sz="1000" kern="1200" dirty="0"/>
        </a:p>
      </dsp:txBody>
      <dsp:txXfrm>
        <a:off x="123056" y="28574"/>
        <a:ext cx="1395188" cy="816784"/>
      </dsp:txXfrm>
    </dsp:sp>
    <dsp:sp modelId="{E31D951F-EDC7-408C-AC4C-89CCE8454B90}">
      <dsp:nvSpPr>
        <dsp:cNvPr id="0" name=""/>
        <dsp:cNvSpPr/>
      </dsp:nvSpPr>
      <dsp:spPr>
        <a:xfrm>
          <a:off x="1670904" y="257661"/>
          <a:ext cx="306554" cy="3586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600" kern="1200"/>
        </a:p>
      </dsp:txBody>
      <dsp:txXfrm>
        <a:off x="1670904" y="329383"/>
        <a:ext cx="214588" cy="215166"/>
      </dsp:txXfrm>
    </dsp:sp>
    <dsp:sp modelId="{C77CA9A4-1873-435F-B923-8AB4FD178A76}">
      <dsp:nvSpPr>
        <dsp:cNvPr id="0" name=""/>
        <dsp:cNvSpPr/>
      </dsp:nvSpPr>
      <dsp:spPr>
        <a:xfrm>
          <a:off x="2122059" y="3163"/>
          <a:ext cx="1446010" cy="867606"/>
        </a:xfrm>
        <a:prstGeom prst="roundRect">
          <a:avLst>
            <a:gd name="adj" fmla="val 10000"/>
          </a:avLst>
        </a:prstGeom>
        <a:solidFill>
          <a:schemeClr val="accent2">
            <a:hueOff val="-383403"/>
            <a:satOff val="1698"/>
            <a:lumOff val="-62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000" kern="1200" dirty="0"/>
            <a:t>設定 </a:t>
          </a:r>
          <a:r>
            <a:rPr lang="en-US" sz="1000" kern="1200" dirty="0" err="1"/>
            <a:t>project_root</a:t>
          </a:r>
          <a:r>
            <a:rPr lang="en-US" sz="1000" kern="1200" dirty="0"/>
            <a:t>、</a:t>
          </a:r>
          <a:r>
            <a:rPr lang="zh-TW" altLang="en-US" sz="1000" kern="1200" dirty="0"/>
            <a:t>匯入工具函式</a:t>
          </a:r>
          <a:endParaRPr lang="LID4096" sz="1000" kern="1200" dirty="0"/>
        </a:p>
      </dsp:txBody>
      <dsp:txXfrm>
        <a:off x="2147470" y="28574"/>
        <a:ext cx="1395188" cy="816784"/>
      </dsp:txXfrm>
    </dsp:sp>
    <dsp:sp modelId="{6578744E-A1B6-4FF2-BA99-420A0585D6EA}">
      <dsp:nvSpPr>
        <dsp:cNvPr id="0" name=""/>
        <dsp:cNvSpPr/>
      </dsp:nvSpPr>
      <dsp:spPr>
        <a:xfrm>
          <a:off x="3695319" y="257661"/>
          <a:ext cx="306554" cy="3586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398150"/>
            <a:satOff val="1764"/>
            <a:lumOff val="-64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600" kern="1200"/>
        </a:p>
      </dsp:txBody>
      <dsp:txXfrm>
        <a:off x="3695319" y="329383"/>
        <a:ext cx="214588" cy="215166"/>
      </dsp:txXfrm>
    </dsp:sp>
    <dsp:sp modelId="{1CC9289F-AF2D-4244-B8B5-F215B271009B}">
      <dsp:nvSpPr>
        <dsp:cNvPr id="0" name=""/>
        <dsp:cNvSpPr/>
      </dsp:nvSpPr>
      <dsp:spPr>
        <a:xfrm>
          <a:off x="4146474" y="3163"/>
          <a:ext cx="1446010" cy="867606"/>
        </a:xfrm>
        <a:prstGeom prst="roundRect">
          <a:avLst>
            <a:gd name="adj" fmla="val 10000"/>
          </a:avLst>
        </a:prstGeom>
        <a:solidFill>
          <a:schemeClr val="accent2">
            <a:hueOff val="-766807"/>
            <a:satOff val="3397"/>
            <a:lumOff val="-124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000" kern="1200" dirty="0"/>
            <a:t>定義 </a:t>
          </a:r>
          <a:r>
            <a:rPr lang="en-US" sz="1000" kern="1200" dirty="0"/>
            <a:t>session </a:t>
          </a:r>
          <a:r>
            <a:rPr lang="zh-TW" altLang="en-US" sz="1000" kern="1200" dirty="0"/>
            <a:t>間隔 </a:t>
          </a:r>
          <a:r>
            <a:rPr lang="en-US" sz="1000" kern="1200" dirty="0"/>
            <a:t>SESSION_NS_SPACING</a:t>
          </a:r>
          <a:endParaRPr lang="LID4096" sz="1000" kern="1200" dirty="0"/>
        </a:p>
      </dsp:txBody>
      <dsp:txXfrm>
        <a:off x="4171885" y="28574"/>
        <a:ext cx="1395188" cy="816784"/>
      </dsp:txXfrm>
    </dsp:sp>
    <dsp:sp modelId="{2431E1C7-91CF-4642-898F-C860F459153E}">
      <dsp:nvSpPr>
        <dsp:cNvPr id="0" name=""/>
        <dsp:cNvSpPr/>
      </dsp:nvSpPr>
      <dsp:spPr>
        <a:xfrm>
          <a:off x="5719733" y="257661"/>
          <a:ext cx="306554" cy="3586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796299"/>
            <a:satOff val="3528"/>
            <a:lumOff val="-129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600" kern="1200"/>
        </a:p>
      </dsp:txBody>
      <dsp:txXfrm>
        <a:off x="5719733" y="329383"/>
        <a:ext cx="214588" cy="215166"/>
      </dsp:txXfrm>
    </dsp:sp>
    <dsp:sp modelId="{1ECAC14A-4D36-45C3-A89A-DC713A55894F}">
      <dsp:nvSpPr>
        <dsp:cNvPr id="0" name=""/>
        <dsp:cNvSpPr/>
      </dsp:nvSpPr>
      <dsp:spPr>
        <a:xfrm>
          <a:off x="6170889" y="3163"/>
          <a:ext cx="1446010" cy="867606"/>
        </a:xfrm>
        <a:prstGeom prst="roundRect">
          <a:avLst>
            <a:gd name="adj" fmla="val 10000"/>
          </a:avLst>
        </a:prstGeom>
        <a:solidFill>
          <a:schemeClr val="accent2">
            <a:hueOff val="-1150210"/>
            <a:satOff val="5095"/>
            <a:lumOff val="-187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000" kern="1200" dirty="0"/>
            <a:t>定義 </a:t>
          </a:r>
          <a:r>
            <a:rPr lang="en-US" sz="1000" kern="1200" dirty="0" err="1"/>
            <a:t>parse_new_tw_timestamp</a:t>
          </a:r>
          <a:r>
            <a:rPr lang="en-US" sz="1000" kern="1200" dirty="0"/>
            <a:t>()</a:t>
          </a:r>
          <a:endParaRPr lang="LID4096" sz="1000" kern="1200" dirty="0"/>
        </a:p>
      </dsp:txBody>
      <dsp:txXfrm>
        <a:off x="6196300" y="28574"/>
        <a:ext cx="1395188" cy="816784"/>
      </dsp:txXfrm>
    </dsp:sp>
    <dsp:sp modelId="{89289A47-75EF-4856-BC1A-B3E8E6D4FBF4}">
      <dsp:nvSpPr>
        <dsp:cNvPr id="0" name=""/>
        <dsp:cNvSpPr/>
      </dsp:nvSpPr>
      <dsp:spPr>
        <a:xfrm>
          <a:off x="7744148" y="257661"/>
          <a:ext cx="306554" cy="3586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1194449"/>
            <a:satOff val="5291"/>
            <a:lumOff val="-194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600" kern="1200"/>
        </a:p>
      </dsp:txBody>
      <dsp:txXfrm>
        <a:off x="7744148" y="329383"/>
        <a:ext cx="214588" cy="215166"/>
      </dsp:txXfrm>
    </dsp:sp>
    <dsp:sp modelId="{286CC3BE-6A6D-4E8E-BB00-41C5ACE7D088}">
      <dsp:nvSpPr>
        <dsp:cNvPr id="0" name=""/>
        <dsp:cNvSpPr/>
      </dsp:nvSpPr>
      <dsp:spPr>
        <a:xfrm>
          <a:off x="8195303" y="3163"/>
          <a:ext cx="1446010" cy="867606"/>
        </a:xfrm>
        <a:prstGeom prst="roundRect">
          <a:avLst>
            <a:gd name="adj" fmla="val 10000"/>
          </a:avLst>
        </a:prstGeom>
        <a:solidFill>
          <a:schemeClr val="accent2">
            <a:hueOff val="-1533613"/>
            <a:satOff val="6794"/>
            <a:lumOff val="-249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000" kern="1200" dirty="0"/>
            <a:t>定義 </a:t>
          </a:r>
          <a:r>
            <a:rPr lang="en-US" sz="1000" kern="1200" dirty="0" err="1"/>
            <a:t>load_new_tw_data</a:t>
          </a:r>
          <a:r>
            <a:rPr lang="en-US" sz="1000" kern="1200" dirty="0"/>
            <a:t>()</a:t>
          </a:r>
          <a:endParaRPr lang="LID4096" sz="1000" kern="1200" dirty="0"/>
        </a:p>
      </dsp:txBody>
      <dsp:txXfrm>
        <a:off x="8220714" y="28574"/>
        <a:ext cx="1395188" cy="816784"/>
      </dsp:txXfrm>
    </dsp:sp>
    <dsp:sp modelId="{B8ABC951-5296-4AC9-A3F3-DB7BB45DBB00}">
      <dsp:nvSpPr>
        <dsp:cNvPr id="0" name=""/>
        <dsp:cNvSpPr/>
      </dsp:nvSpPr>
      <dsp:spPr>
        <a:xfrm>
          <a:off x="9768563" y="257661"/>
          <a:ext cx="306554" cy="3586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1592598"/>
            <a:satOff val="7055"/>
            <a:lumOff val="-259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600" kern="1200"/>
        </a:p>
      </dsp:txBody>
      <dsp:txXfrm>
        <a:off x="9768563" y="329383"/>
        <a:ext cx="214588" cy="215166"/>
      </dsp:txXfrm>
    </dsp:sp>
    <dsp:sp modelId="{53D2B761-0627-47D3-A200-1F1252C7F1E3}">
      <dsp:nvSpPr>
        <dsp:cNvPr id="0" name=""/>
        <dsp:cNvSpPr/>
      </dsp:nvSpPr>
      <dsp:spPr>
        <a:xfrm>
          <a:off x="10219718" y="3163"/>
          <a:ext cx="1446010" cy="867606"/>
        </a:xfrm>
        <a:prstGeom prst="roundRect">
          <a:avLst>
            <a:gd name="adj" fmla="val 10000"/>
          </a:avLst>
        </a:prstGeom>
        <a:solidFill>
          <a:schemeClr val="accent2">
            <a:hueOff val="-1917016"/>
            <a:satOff val="8492"/>
            <a:lumOff val="-312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000" kern="1200" dirty="0"/>
            <a:t>進入 </a:t>
          </a:r>
          <a:r>
            <a:rPr lang="en-US" sz="1000" kern="1200" dirty="0"/>
            <a:t>main()</a:t>
          </a:r>
          <a:endParaRPr lang="LID4096" sz="1000" kern="1200" dirty="0"/>
        </a:p>
      </dsp:txBody>
      <dsp:txXfrm>
        <a:off x="10245129" y="28574"/>
        <a:ext cx="1395188" cy="816784"/>
      </dsp:txXfrm>
    </dsp:sp>
    <dsp:sp modelId="{43150C81-570A-46D3-A683-6FD08C28335B}">
      <dsp:nvSpPr>
        <dsp:cNvPr id="0" name=""/>
        <dsp:cNvSpPr/>
      </dsp:nvSpPr>
      <dsp:spPr>
        <a:xfrm rot="5400000">
          <a:off x="10789446" y="971990"/>
          <a:ext cx="306554" cy="3586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1990748"/>
            <a:satOff val="8819"/>
            <a:lumOff val="-324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600" kern="1200"/>
        </a:p>
      </dsp:txBody>
      <dsp:txXfrm rot="-5400000">
        <a:off x="10835140" y="998018"/>
        <a:ext cx="215166" cy="214588"/>
      </dsp:txXfrm>
    </dsp:sp>
    <dsp:sp modelId="{81A2DF51-5B65-4BBE-B8F6-133A05691198}">
      <dsp:nvSpPr>
        <dsp:cNvPr id="0" name=""/>
        <dsp:cNvSpPr/>
      </dsp:nvSpPr>
      <dsp:spPr>
        <a:xfrm>
          <a:off x="10219718" y="1449173"/>
          <a:ext cx="1446010" cy="867606"/>
        </a:xfrm>
        <a:prstGeom prst="roundRect">
          <a:avLst>
            <a:gd name="adj" fmla="val 10000"/>
          </a:avLst>
        </a:prstGeom>
        <a:solidFill>
          <a:schemeClr val="accent2">
            <a:hueOff val="-2300419"/>
            <a:satOff val="10191"/>
            <a:lumOff val="-374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000" kern="1200" dirty="0"/>
            <a:t>設定資料路徑 </a:t>
          </a:r>
          <a:r>
            <a:rPr lang="en-US" sz="1000" kern="1200" dirty="0"/>
            <a:t>data/NEW</a:t>
          </a:r>
          <a:endParaRPr lang="LID4096" sz="1000" kern="1200" dirty="0"/>
        </a:p>
      </dsp:txBody>
      <dsp:txXfrm>
        <a:off x="10245129" y="1474584"/>
        <a:ext cx="1395188" cy="816784"/>
      </dsp:txXfrm>
    </dsp:sp>
    <dsp:sp modelId="{009E982D-18A0-4636-B298-DAAE31355CF0}">
      <dsp:nvSpPr>
        <dsp:cNvPr id="0" name=""/>
        <dsp:cNvSpPr/>
      </dsp:nvSpPr>
      <dsp:spPr>
        <a:xfrm rot="10800000">
          <a:off x="9785915" y="1703671"/>
          <a:ext cx="306554" cy="3586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2388897"/>
            <a:satOff val="10583"/>
            <a:lumOff val="-389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600" kern="1200"/>
        </a:p>
      </dsp:txBody>
      <dsp:txXfrm rot="10800000">
        <a:off x="9877881" y="1775393"/>
        <a:ext cx="214588" cy="215166"/>
      </dsp:txXfrm>
    </dsp:sp>
    <dsp:sp modelId="{D4530E2E-F481-4585-B85D-6BA1B8EFD3D7}">
      <dsp:nvSpPr>
        <dsp:cNvPr id="0" name=""/>
        <dsp:cNvSpPr/>
      </dsp:nvSpPr>
      <dsp:spPr>
        <a:xfrm>
          <a:off x="8195303" y="1449173"/>
          <a:ext cx="1446010" cy="867606"/>
        </a:xfrm>
        <a:prstGeom prst="roundRect">
          <a:avLst>
            <a:gd name="adj" fmla="val 10000"/>
          </a:avLst>
        </a:prstGeom>
        <a:solidFill>
          <a:schemeClr val="accent2">
            <a:hueOff val="-2683823"/>
            <a:satOff val="11889"/>
            <a:lumOff val="-437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000" kern="1200" dirty="0"/>
            <a:t>設定目標商品：</a:t>
          </a:r>
          <a:br>
            <a:rPr lang="en-US" altLang="zh-TW" sz="1000" kern="1200" dirty="0"/>
          </a:br>
          <a:r>
            <a:rPr lang="en-US" sz="1000" kern="1200" dirty="0"/>
            <a:t> ├─ TXFB6</a:t>
          </a:r>
          <a:br>
            <a:rPr lang="en-US" sz="1000" kern="1200" dirty="0"/>
          </a:br>
          <a:r>
            <a:rPr lang="en-US" sz="1000" kern="1200" dirty="0"/>
            <a:t> └─ MXFB6</a:t>
          </a:r>
          <a:endParaRPr lang="LID4096" sz="1000" kern="1200" dirty="0"/>
        </a:p>
      </dsp:txBody>
      <dsp:txXfrm>
        <a:off x="8220714" y="1474584"/>
        <a:ext cx="1395188" cy="816784"/>
      </dsp:txXfrm>
    </dsp:sp>
    <dsp:sp modelId="{1378E5EB-9E7D-4BD7-BB8F-FC4295949573}">
      <dsp:nvSpPr>
        <dsp:cNvPr id="0" name=""/>
        <dsp:cNvSpPr/>
      </dsp:nvSpPr>
      <dsp:spPr>
        <a:xfrm rot="10800000">
          <a:off x="7761500" y="1703671"/>
          <a:ext cx="306554" cy="3586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2787047"/>
            <a:satOff val="12347"/>
            <a:lumOff val="-454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600" kern="1200"/>
        </a:p>
      </dsp:txBody>
      <dsp:txXfrm rot="10800000">
        <a:off x="7853466" y="1775393"/>
        <a:ext cx="214588" cy="215166"/>
      </dsp:txXfrm>
    </dsp:sp>
    <dsp:sp modelId="{AC15D5FA-B1DC-4A3A-AC2F-CDD91354BAA9}">
      <dsp:nvSpPr>
        <dsp:cNvPr id="0" name=""/>
        <dsp:cNvSpPr/>
      </dsp:nvSpPr>
      <dsp:spPr>
        <a:xfrm>
          <a:off x="6170889" y="1449173"/>
          <a:ext cx="1446010" cy="867606"/>
        </a:xfrm>
        <a:prstGeom prst="roundRect">
          <a:avLst>
            <a:gd name="adj" fmla="val 10000"/>
          </a:avLst>
        </a:prstGeom>
        <a:solidFill>
          <a:schemeClr val="accent2">
            <a:hueOff val="-3067226"/>
            <a:satOff val="13588"/>
            <a:lumOff val="-499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000" kern="1200" dirty="0"/>
            <a:t>讀取 </a:t>
          </a:r>
          <a:r>
            <a:rPr lang="en-US" sz="1000" kern="1200" dirty="0"/>
            <a:t>CSV</a:t>
          </a:r>
          <a:endParaRPr lang="LID4096" sz="1000" kern="1200" dirty="0"/>
        </a:p>
      </dsp:txBody>
      <dsp:txXfrm>
        <a:off x="6196300" y="1474584"/>
        <a:ext cx="1395188" cy="816784"/>
      </dsp:txXfrm>
    </dsp:sp>
    <dsp:sp modelId="{053F8B29-F4D4-4E5D-A39C-0432D6E92138}">
      <dsp:nvSpPr>
        <dsp:cNvPr id="0" name=""/>
        <dsp:cNvSpPr/>
      </dsp:nvSpPr>
      <dsp:spPr>
        <a:xfrm rot="10800000">
          <a:off x="5737085" y="1703671"/>
          <a:ext cx="306554" cy="3586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3185196"/>
            <a:satOff val="14110"/>
            <a:lumOff val="-518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600" kern="1200"/>
        </a:p>
      </dsp:txBody>
      <dsp:txXfrm rot="10800000">
        <a:off x="5829051" y="1775393"/>
        <a:ext cx="214588" cy="215166"/>
      </dsp:txXfrm>
    </dsp:sp>
    <dsp:sp modelId="{8A497C6B-2B77-4721-8C5F-0A586C05E90F}">
      <dsp:nvSpPr>
        <dsp:cNvPr id="0" name=""/>
        <dsp:cNvSpPr/>
      </dsp:nvSpPr>
      <dsp:spPr>
        <a:xfrm>
          <a:off x="4146474" y="1449173"/>
          <a:ext cx="1446010" cy="867606"/>
        </a:xfrm>
        <a:prstGeom prst="roundRect">
          <a:avLst>
            <a:gd name="adj" fmla="val 10000"/>
          </a:avLst>
        </a:prstGeom>
        <a:solidFill>
          <a:schemeClr val="accent2">
            <a:hueOff val="-3450629"/>
            <a:satOff val="15286"/>
            <a:lumOff val="-56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000" kern="1200" dirty="0"/>
            <a:t>拆成：</a:t>
          </a:r>
          <a:br>
            <a:rPr lang="en-US" altLang="zh-TW" sz="1000" kern="1200" dirty="0"/>
          </a:br>
          <a:r>
            <a:rPr lang="en-US" sz="1000" kern="1200" dirty="0"/>
            <a:t> ├─ </a:t>
          </a:r>
          <a:r>
            <a:rPr lang="en-US" sz="1000" kern="1200" dirty="0" err="1"/>
            <a:t>lob_frames</a:t>
          </a:r>
          <a:br>
            <a:rPr lang="en-US" sz="1000" kern="1200" dirty="0"/>
          </a:br>
          <a:r>
            <a:rPr lang="en-US" sz="1000" kern="1200" dirty="0"/>
            <a:t> └─ </a:t>
          </a:r>
          <a:r>
            <a:rPr lang="en-US" sz="1000" kern="1200" dirty="0" err="1"/>
            <a:t>trade_frames</a:t>
          </a:r>
          <a:endParaRPr lang="LID4096" sz="1000" kern="1200" dirty="0"/>
        </a:p>
      </dsp:txBody>
      <dsp:txXfrm>
        <a:off x="4171885" y="1474584"/>
        <a:ext cx="1395188" cy="816784"/>
      </dsp:txXfrm>
    </dsp:sp>
    <dsp:sp modelId="{B4071A0E-32AA-4B62-907B-DFBC8D486A3B}">
      <dsp:nvSpPr>
        <dsp:cNvPr id="0" name=""/>
        <dsp:cNvSpPr/>
      </dsp:nvSpPr>
      <dsp:spPr>
        <a:xfrm rot="10800000">
          <a:off x="3712671" y="1703671"/>
          <a:ext cx="306554" cy="3586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3583346"/>
            <a:satOff val="15874"/>
            <a:lumOff val="-583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600" kern="1200"/>
        </a:p>
      </dsp:txBody>
      <dsp:txXfrm rot="10800000">
        <a:off x="3804637" y="1775393"/>
        <a:ext cx="214588" cy="215166"/>
      </dsp:txXfrm>
    </dsp:sp>
    <dsp:sp modelId="{5B75B6B3-BCB0-489E-BD24-CFB32CE530B7}">
      <dsp:nvSpPr>
        <dsp:cNvPr id="0" name=""/>
        <dsp:cNvSpPr/>
      </dsp:nvSpPr>
      <dsp:spPr>
        <a:xfrm>
          <a:off x="2122059" y="1449173"/>
          <a:ext cx="1446010" cy="867606"/>
        </a:xfrm>
        <a:prstGeom prst="roundRect">
          <a:avLst>
            <a:gd name="adj" fmla="val 10000"/>
          </a:avLst>
        </a:prstGeom>
        <a:solidFill>
          <a:schemeClr val="accent2">
            <a:hueOff val="-3834032"/>
            <a:satOff val="16985"/>
            <a:lumOff val="-624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000" kern="1200" dirty="0"/>
            <a:t>取得 </a:t>
          </a:r>
          <a:r>
            <a:rPr lang="en-US" sz="1000" kern="1200" dirty="0" err="1"/>
            <a:t>execution_aware</a:t>
          </a:r>
          <a:r>
            <a:rPr lang="en-US" sz="1000" kern="1200" dirty="0"/>
            <a:t> </a:t>
          </a:r>
          <a:r>
            <a:rPr lang="zh-TW" altLang="en-US" sz="1000" kern="1200" dirty="0"/>
            <a:t>特徵</a:t>
          </a:r>
          <a:r>
            <a:rPr lang="zh-TW" altLang="en-US" sz="1000" kern="1200"/>
            <a:t>欄位</a:t>
          </a:r>
          <a:endParaRPr lang="LID4096" sz="1000" kern="1200" dirty="0"/>
        </a:p>
      </dsp:txBody>
      <dsp:txXfrm>
        <a:off x="2147470" y="1474584"/>
        <a:ext cx="1395188" cy="816784"/>
      </dsp:txXfrm>
    </dsp:sp>
    <dsp:sp modelId="{6D349B5D-6EA9-49CA-B2A5-9601334434F5}">
      <dsp:nvSpPr>
        <dsp:cNvPr id="0" name=""/>
        <dsp:cNvSpPr/>
      </dsp:nvSpPr>
      <dsp:spPr>
        <a:xfrm rot="10800000">
          <a:off x="1688256" y="1703671"/>
          <a:ext cx="306554" cy="3586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3981495"/>
            <a:satOff val="17638"/>
            <a:lumOff val="-648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600" kern="1200"/>
        </a:p>
      </dsp:txBody>
      <dsp:txXfrm rot="10800000">
        <a:off x="1780222" y="1775393"/>
        <a:ext cx="214588" cy="215166"/>
      </dsp:txXfrm>
    </dsp:sp>
    <dsp:sp modelId="{2779722B-A453-4725-99A9-6768D13B2DDC}">
      <dsp:nvSpPr>
        <dsp:cNvPr id="0" name=""/>
        <dsp:cNvSpPr/>
      </dsp:nvSpPr>
      <dsp:spPr>
        <a:xfrm>
          <a:off x="97645" y="1449173"/>
          <a:ext cx="1446010" cy="867606"/>
        </a:xfrm>
        <a:prstGeom prst="roundRect">
          <a:avLst>
            <a:gd name="adj" fmla="val 10000"/>
          </a:avLst>
        </a:prstGeom>
        <a:solidFill>
          <a:schemeClr val="accent2">
            <a:hueOff val="-4217436"/>
            <a:satOff val="18683"/>
            <a:lumOff val="-68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000" kern="1200"/>
            <a:t>對每個商品 </a:t>
          </a:r>
          <a:r>
            <a:rPr lang="en-US" sz="1000" kern="1200"/>
            <a:t>symbol：</a:t>
          </a:r>
          <a:endParaRPr lang="LID4096" sz="1000" kern="1200"/>
        </a:p>
      </dsp:txBody>
      <dsp:txXfrm>
        <a:off x="123056" y="1474584"/>
        <a:ext cx="1395188" cy="816784"/>
      </dsp:txXfrm>
    </dsp:sp>
    <dsp:sp modelId="{58AF112F-3A06-45F9-8B90-C50B59ED2084}">
      <dsp:nvSpPr>
        <dsp:cNvPr id="0" name=""/>
        <dsp:cNvSpPr/>
      </dsp:nvSpPr>
      <dsp:spPr>
        <a:xfrm rot="5400000">
          <a:off x="667373" y="2418000"/>
          <a:ext cx="306554" cy="3586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4379645"/>
            <a:satOff val="19402"/>
            <a:lumOff val="-713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600" kern="1200"/>
        </a:p>
      </dsp:txBody>
      <dsp:txXfrm rot="-5400000">
        <a:off x="713067" y="2444028"/>
        <a:ext cx="215166" cy="214588"/>
      </dsp:txXfrm>
    </dsp:sp>
    <dsp:sp modelId="{93B86BC0-E2E7-45D9-8997-873D725239E5}">
      <dsp:nvSpPr>
        <dsp:cNvPr id="0" name=""/>
        <dsp:cNvSpPr/>
      </dsp:nvSpPr>
      <dsp:spPr>
        <a:xfrm>
          <a:off x="97645" y="2895184"/>
          <a:ext cx="1446010" cy="867606"/>
        </a:xfrm>
        <a:prstGeom prst="roundRect">
          <a:avLst>
            <a:gd name="adj" fmla="val 10000"/>
          </a:avLst>
        </a:prstGeom>
        <a:solidFill>
          <a:schemeClr val="accent2">
            <a:hueOff val="-4600839"/>
            <a:satOff val="20382"/>
            <a:lumOff val="-749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000" kern="1200" dirty="0"/>
            <a:t>對每個 </a:t>
          </a:r>
          <a:r>
            <a:rPr lang="en-US" sz="1000" kern="1200" dirty="0" err="1"/>
            <a:t>session_id</a:t>
          </a:r>
          <a:r>
            <a:rPr lang="en-US" sz="1000" kern="1200" dirty="0"/>
            <a:t>：</a:t>
          </a:r>
          <a:br>
            <a:rPr lang="en-US" sz="1000" kern="1200" dirty="0"/>
          </a:br>
          <a:r>
            <a:rPr lang="zh-TW" altLang="en-US" sz="1000" kern="1200" dirty="0"/>
            <a:t>檢查資料是否足夠</a:t>
          </a:r>
          <a:br>
            <a:rPr lang="en-US" altLang="zh-TW" sz="1000" kern="1200" dirty="0"/>
          </a:br>
          <a:r>
            <a:rPr lang="zh-TW" altLang="en-US" sz="1000" kern="1200" dirty="0"/>
            <a:t>├─ 不足 → </a:t>
          </a:r>
          <a:r>
            <a:rPr lang="en-US" sz="1000" kern="1200" dirty="0"/>
            <a:t>skip</a:t>
          </a:r>
          <a:br>
            <a:rPr lang="en-US" sz="1000" kern="1200" dirty="0"/>
          </a:br>
          <a:r>
            <a:rPr lang="zh-TW" altLang="en-US" sz="1000" kern="1200" dirty="0"/>
            <a:t>└─ 足夠 → 繼續</a:t>
          </a:r>
          <a:endParaRPr lang="LID4096" sz="1000" kern="1200" dirty="0"/>
        </a:p>
      </dsp:txBody>
      <dsp:txXfrm>
        <a:off x="123056" y="2920595"/>
        <a:ext cx="1395188" cy="816784"/>
      </dsp:txXfrm>
    </dsp:sp>
    <dsp:sp modelId="{19AA932D-E61A-431F-A628-0488D3ED0CBE}">
      <dsp:nvSpPr>
        <dsp:cNvPr id="0" name=""/>
        <dsp:cNvSpPr/>
      </dsp:nvSpPr>
      <dsp:spPr>
        <a:xfrm>
          <a:off x="1670904" y="3149682"/>
          <a:ext cx="306554" cy="3586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4777794"/>
            <a:satOff val="21166"/>
            <a:lumOff val="-778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600" kern="1200"/>
        </a:p>
      </dsp:txBody>
      <dsp:txXfrm>
        <a:off x="1670904" y="3221404"/>
        <a:ext cx="214588" cy="215166"/>
      </dsp:txXfrm>
    </dsp:sp>
    <dsp:sp modelId="{3609A766-F8EF-42D6-9456-71A44CDC5E1D}">
      <dsp:nvSpPr>
        <dsp:cNvPr id="0" name=""/>
        <dsp:cNvSpPr/>
      </dsp:nvSpPr>
      <dsp:spPr>
        <a:xfrm>
          <a:off x="2122059" y="2895184"/>
          <a:ext cx="1446010" cy="867606"/>
        </a:xfrm>
        <a:prstGeom prst="roundRect">
          <a:avLst>
            <a:gd name="adj" fmla="val 10000"/>
          </a:avLst>
        </a:prstGeom>
        <a:solidFill>
          <a:schemeClr val="accent2">
            <a:hueOff val="-4984243"/>
            <a:satOff val="22080"/>
            <a:lumOff val="-812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000" kern="1200" dirty="0"/>
            <a:t>推估 </a:t>
          </a:r>
          <a:r>
            <a:rPr lang="en-US" sz="1000" kern="1200" dirty="0" err="1"/>
            <a:t>tick_size</a:t>
          </a:r>
          <a:endParaRPr lang="LID4096" sz="1000" kern="1200" dirty="0"/>
        </a:p>
      </dsp:txBody>
      <dsp:txXfrm>
        <a:off x="2147470" y="2920595"/>
        <a:ext cx="1395188" cy="816784"/>
      </dsp:txXfrm>
    </dsp:sp>
    <dsp:sp modelId="{B85E1ECD-E953-4B6A-BFEB-8C943AC2BCAA}">
      <dsp:nvSpPr>
        <dsp:cNvPr id="0" name=""/>
        <dsp:cNvSpPr/>
      </dsp:nvSpPr>
      <dsp:spPr>
        <a:xfrm>
          <a:off x="3695319" y="3149682"/>
          <a:ext cx="306554" cy="3586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5175944"/>
            <a:satOff val="22930"/>
            <a:lumOff val="-843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600" kern="1200"/>
        </a:p>
      </dsp:txBody>
      <dsp:txXfrm>
        <a:off x="3695319" y="3221404"/>
        <a:ext cx="214588" cy="215166"/>
      </dsp:txXfrm>
    </dsp:sp>
    <dsp:sp modelId="{F2E2B2DA-D84C-4929-B98E-2E5163D2AFF3}">
      <dsp:nvSpPr>
        <dsp:cNvPr id="0" name=""/>
        <dsp:cNvSpPr/>
      </dsp:nvSpPr>
      <dsp:spPr>
        <a:xfrm>
          <a:off x="4146474" y="2895184"/>
          <a:ext cx="1446010" cy="867606"/>
        </a:xfrm>
        <a:prstGeom prst="roundRect">
          <a:avLst>
            <a:gd name="adj" fmla="val 10000"/>
          </a:avLst>
        </a:prstGeom>
        <a:solidFill>
          <a:schemeClr val="accent2">
            <a:hueOff val="-5367645"/>
            <a:satOff val="23779"/>
            <a:lumOff val="-874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000" kern="1200" dirty="0"/>
            <a:t>建立 </a:t>
          </a:r>
          <a:r>
            <a:rPr lang="en-US" sz="1000" kern="1200" dirty="0" err="1"/>
            <a:t>feature_frame</a:t>
          </a:r>
          <a:endParaRPr lang="LID4096" sz="1000" kern="1200" dirty="0"/>
        </a:p>
      </dsp:txBody>
      <dsp:txXfrm>
        <a:off x="4171885" y="2920595"/>
        <a:ext cx="1395188" cy="816784"/>
      </dsp:txXfrm>
    </dsp:sp>
    <dsp:sp modelId="{D753762D-A18B-46D9-B295-1E848E96FF89}">
      <dsp:nvSpPr>
        <dsp:cNvPr id="0" name=""/>
        <dsp:cNvSpPr/>
      </dsp:nvSpPr>
      <dsp:spPr>
        <a:xfrm>
          <a:off x="5719733" y="3149682"/>
          <a:ext cx="306554" cy="3586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5574094"/>
            <a:satOff val="24693"/>
            <a:lumOff val="-908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600" kern="1200"/>
        </a:p>
      </dsp:txBody>
      <dsp:txXfrm>
        <a:off x="5719733" y="3221404"/>
        <a:ext cx="214588" cy="215166"/>
      </dsp:txXfrm>
    </dsp:sp>
    <dsp:sp modelId="{9B67ED3E-C25F-4153-AA56-B9951536FFF5}">
      <dsp:nvSpPr>
        <dsp:cNvPr id="0" name=""/>
        <dsp:cNvSpPr/>
      </dsp:nvSpPr>
      <dsp:spPr>
        <a:xfrm>
          <a:off x="6170889" y="2895184"/>
          <a:ext cx="1446010" cy="867606"/>
        </a:xfrm>
        <a:prstGeom prst="roundRect">
          <a:avLst>
            <a:gd name="adj" fmla="val 10000"/>
          </a:avLst>
        </a:prstGeom>
        <a:solidFill>
          <a:schemeClr val="accent2">
            <a:hueOff val="-5751049"/>
            <a:satOff val="25477"/>
            <a:lumOff val="-93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000" kern="1200" dirty="0"/>
            <a:t>用 </a:t>
          </a:r>
          <a:r>
            <a:rPr lang="en-US" sz="1000" kern="1200" dirty="0" err="1"/>
            <a:t>WindowedLOBSequenceDataset</a:t>
          </a:r>
          <a:r>
            <a:rPr lang="en-US" sz="1000" kern="1200" dirty="0"/>
            <a:t> </a:t>
          </a:r>
          <a:r>
            <a:rPr lang="zh-TW" altLang="en-US" sz="1000" kern="1200" dirty="0"/>
            <a:t>切窗</a:t>
          </a:r>
          <a:endParaRPr lang="LID4096" sz="1000" kern="1200" dirty="0"/>
        </a:p>
      </dsp:txBody>
      <dsp:txXfrm>
        <a:off x="6196300" y="2920595"/>
        <a:ext cx="1395188" cy="816784"/>
      </dsp:txXfrm>
    </dsp:sp>
    <dsp:sp modelId="{148E629F-AFB7-4278-85C2-27C560A8E6C0}">
      <dsp:nvSpPr>
        <dsp:cNvPr id="0" name=""/>
        <dsp:cNvSpPr/>
      </dsp:nvSpPr>
      <dsp:spPr>
        <a:xfrm>
          <a:off x="7744148" y="3149682"/>
          <a:ext cx="306554" cy="3586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5972243"/>
            <a:satOff val="26457"/>
            <a:lumOff val="-972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600" kern="1200"/>
        </a:p>
      </dsp:txBody>
      <dsp:txXfrm>
        <a:off x="7744148" y="3221404"/>
        <a:ext cx="214588" cy="215166"/>
      </dsp:txXfrm>
    </dsp:sp>
    <dsp:sp modelId="{EF059ACF-E5E0-47ED-9E49-AC9BDAC18345}">
      <dsp:nvSpPr>
        <dsp:cNvPr id="0" name=""/>
        <dsp:cNvSpPr/>
      </dsp:nvSpPr>
      <dsp:spPr>
        <a:xfrm>
          <a:off x="8195303" y="2895184"/>
          <a:ext cx="1446010" cy="867606"/>
        </a:xfrm>
        <a:prstGeom prst="roundRect">
          <a:avLst>
            <a:gd name="adj" fmla="val 10000"/>
          </a:avLst>
        </a:prstGeom>
        <a:solidFill>
          <a:schemeClr val="accent2">
            <a:hueOff val="-6134452"/>
            <a:satOff val="27176"/>
            <a:lumOff val="-999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000" kern="1200" dirty="0"/>
            <a:t>逐筆取得：</a:t>
          </a:r>
          <a:endParaRPr lang="LID4096" sz="1000" kern="1200" dirty="0"/>
        </a:p>
      </dsp:txBody>
      <dsp:txXfrm>
        <a:off x="8220714" y="2920595"/>
        <a:ext cx="1395188" cy="816784"/>
      </dsp:txXfrm>
    </dsp:sp>
    <dsp:sp modelId="{BED0AE80-1321-41EA-8F1C-A9A4A68962C7}">
      <dsp:nvSpPr>
        <dsp:cNvPr id="0" name=""/>
        <dsp:cNvSpPr/>
      </dsp:nvSpPr>
      <dsp:spPr>
        <a:xfrm>
          <a:off x="9768563" y="3149682"/>
          <a:ext cx="306554" cy="3586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6370393"/>
            <a:satOff val="28221"/>
            <a:lumOff val="-1037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600" kern="1200"/>
        </a:p>
      </dsp:txBody>
      <dsp:txXfrm>
        <a:off x="9768563" y="3221404"/>
        <a:ext cx="214588" cy="215166"/>
      </dsp:txXfrm>
    </dsp:sp>
    <dsp:sp modelId="{688389ED-2110-4C44-A947-D2973AE1DC6D}">
      <dsp:nvSpPr>
        <dsp:cNvPr id="0" name=""/>
        <dsp:cNvSpPr/>
      </dsp:nvSpPr>
      <dsp:spPr>
        <a:xfrm>
          <a:off x="10219718" y="2895184"/>
          <a:ext cx="1446010" cy="867606"/>
        </a:xfrm>
        <a:prstGeom prst="roundRect">
          <a:avLst>
            <a:gd name="adj" fmla="val 10000"/>
          </a:avLst>
        </a:prstGeom>
        <a:solidFill>
          <a:schemeClr val="accent2">
            <a:hueOff val="-6517855"/>
            <a:satOff val="28874"/>
            <a:lumOff val="-1061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altLang="zh-TW" sz="1000" kern="1200"/>
          </a:br>
          <a:r>
            <a:rPr lang="en-US" sz="1000" kern="1200"/>
            <a:t>├─ X_seq = </a:t>
          </a:r>
          <a:r>
            <a:rPr lang="zh-TW" altLang="en-US" sz="1000" kern="1200"/>
            <a:t>過去 </a:t>
          </a:r>
          <a:r>
            <a:rPr lang="en-US" altLang="zh-TW" sz="1000" kern="1200"/>
            <a:t>100 </a:t>
          </a:r>
          <a:r>
            <a:rPr lang="en-US" sz="1000" kern="1200"/>
            <a:t>events </a:t>
          </a:r>
          <a:r>
            <a:rPr lang="zh-TW" altLang="en-US" sz="1000" kern="1200"/>
            <a:t>的特徵序列</a:t>
          </a:r>
          <a:br>
            <a:rPr lang="en-US" altLang="zh-TW" sz="1000" kern="1200"/>
          </a:br>
          <a:r>
            <a:rPr lang="en-US" sz="1000" kern="1200"/>
            <a:t>└─ y_val = </a:t>
          </a:r>
          <a:r>
            <a:rPr lang="zh-TW" altLang="en-US" sz="1000" kern="1200"/>
            <a:t>未來 </a:t>
          </a:r>
          <a:r>
            <a:rPr lang="en-US" altLang="zh-TW" sz="1000" kern="1200"/>
            <a:t>10 </a:t>
          </a:r>
          <a:r>
            <a:rPr lang="en-US" sz="1000" kern="1200"/>
            <a:t>events </a:t>
          </a:r>
          <a:r>
            <a:rPr lang="zh-TW" altLang="en-US" sz="1000" kern="1200"/>
            <a:t>的方向標籤</a:t>
          </a:r>
          <a:endParaRPr lang="LID4096" sz="1000" kern="1200" dirty="0"/>
        </a:p>
      </dsp:txBody>
      <dsp:txXfrm>
        <a:off x="10245129" y="2920595"/>
        <a:ext cx="1395188" cy="816784"/>
      </dsp:txXfrm>
    </dsp:sp>
    <dsp:sp modelId="{9A99E111-88AD-4737-8E91-B1335F9EAF32}">
      <dsp:nvSpPr>
        <dsp:cNvPr id="0" name=""/>
        <dsp:cNvSpPr/>
      </dsp:nvSpPr>
      <dsp:spPr>
        <a:xfrm rot="5400000">
          <a:off x="10789446" y="3864011"/>
          <a:ext cx="306554" cy="3586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6768542"/>
            <a:satOff val="29985"/>
            <a:lumOff val="-1102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600" kern="1200"/>
        </a:p>
      </dsp:txBody>
      <dsp:txXfrm rot="-5400000">
        <a:off x="10835140" y="3890039"/>
        <a:ext cx="215166" cy="214588"/>
      </dsp:txXfrm>
    </dsp:sp>
    <dsp:sp modelId="{EA23E612-742C-4EB8-AEF3-22A17CA36157}">
      <dsp:nvSpPr>
        <dsp:cNvPr id="0" name=""/>
        <dsp:cNvSpPr/>
      </dsp:nvSpPr>
      <dsp:spPr>
        <a:xfrm>
          <a:off x="10219718" y="4341194"/>
          <a:ext cx="1446010" cy="867606"/>
        </a:xfrm>
        <a:prstGeom prst="roundRect">
          <a:avLst>
            <a:gd name="adj" fmla="val 10000"/>
          </a:avLst>
        </a:prstGeom>
        <a:solidFill>
          <a:schemeClr val="accent2">
            <a:hueOff val="-6901259"/>
            <a:satOff val="30573"/>
            <a:lumOff val="-112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000" kern="1200" dirty="0"/>
            <a:t>因 </a:t>
          </a:r>
          <a:r>
            <a:rPr lang="en-US" sz="1000" kern="1200" dirty="0"/>
            <a:t>Random Forest </a:t>
          </a:r>
          <a:r>
            <a:rPr lang="zh-TW" altLang="en-US" sz="1000" kern="1200" dirty="0"/>
            <a:t>不吃序列</a:t>
          </a:r>
          <a:endParaRPr lang="LID4096" sz="1000" kern="1200" dirty="0"/>
        </a:p>
      </dsp:txBody>
      <dsp:txXfrm>
        <a:off x="10245129" y="4366605"/>
        <a:ext cx="1395188" cy="816784"/>
      </dsp:txXfrm>
    </dsp:sp>
    <dsp:sp modelId="{4905EE74-07D7-45FC-B855-46FEA226882C}">
      <dsp:nvSpPr>
        <dsp:cNvPr id="0" name=""/>
        <dsp:cNvSpPr/>
      </dsp:nvSpPr>
      <dsp:spPr>
        <a:xfrm rot="10800000">
          <a:off x="9785915" y="4595692"/>
          <a:ext cx="306554" cy="3586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7166692"/>
            <a:satOff val="31749"/>
            <a:lumOff val="-1167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600" kern="1200"/>
        </a:p>
      </dsp:txBody>
      <dsp:txXfrm rot="10800000">
        <a:off x="9877881" y="4667414"/>
        <a:ext cx="214588" cy="215166"/>
      </dsp:txXfrm>
    </dsp:sp>
    <dsp:sp modelId="{898B42BD-1A44-4BA5-819E-BE8682549DEA}">
      <dsp:nvSpPr>
        <dsp:cNvPr id="0" name=""/>
        <dsp:cNvSpPr/>
      </dsp:nvSpPr>
      <dsp:spPr>
        <a:xfrm>
          <a:off x="8195303" y="4341194"/>
          <a:ext cx="1446010" cy="867606"/>
        </a:xfrm>
        <a:prstGeom prst="roundRect">
          <a:avLst>
            <a:gd name="adj" fmla="val 10000"/>
          </a:avLst>
        </a:prstGeom>
        <a:solidFill>
          <a:schemeClr val="accent2">
            <a:hueOff val="-7284662"/>
            <a:satOff val="32271"/>
            <a:lumOff val="-1186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000" kern="1200" dirty="0"/>
            <a:t>只取最後一個 </a:t>
          </a:r>
          <a:r>
            <a:rPr lang="en-US" sz="1000" kern="1200" dirty="0" err="1"/>
            <a:t>snapshot：X</a:t>
          </a:r>
          <a:r>
            <a:rPr lang="en-US" sz="1000" kern="1200" dirty="0"/>
            <a:t> = </a:t>
          </a:r>
          <a:r>
            <a:rPr lang="en-US" sz="1000" kern="1200" dirty="0" err="1"/>
            <a:t>X_seq</a:t>
          </a:r>
          <a:r>
            <a:rPr lang="en-US" sz="1000" kern="1200" dirty="0"/>
            <a:t>[-1, :]</a:t>
          </a:r>
          <a:endParaRPr lang="LID4096" sz="1000" kern="1200" dirty="0"/>
        </a:p>
      </dsp:txBody>
      <dsp:txXfrm>
        <a:off x="8220714" y="4366605"/>
        <a:ext cx="1395188" cy="816784"/>
      </dsp:txXfrm>
    </dsp:sp>
    <dsp:sp modelId="{D99928F9-48D7-4680-B535-7F49EDF380A3}">
      <dsp:nvSpPr>
        <dsp:cNvPr id="0" name=""/>
        <dsp:cNvSpPr/>
      </dsp:nvSpPr>
      <dsp:spPr>
        <a:xfrm rot="10800000">
          <a:off x="7761500" y="4595692"/>
          <a:ext cx="306554" cy="3586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7564841"/>
            <a:satOff val="33512"/>
            <a:lumOff val="-1232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600" kern="1200"/>
        </a:p>
      </dsp:txBody>
      <dsp:txXfrm rot="10800000">
        <a:off x="7853466" y="4667414"/>
        <a:ext cx="214588" cy="215166"/>
      </dsp:txXfrm>
    </dsp:sp>
    <dsp:sp modelId="{CA4454BA-436E-4734-B871-53452BFE6016}">
      <dsp:nvSpPr>
        <dsp:cNvPr id="0" name=""/>
        <dsp:cNvSpPr/>
      </dsp:nvSpPr>
      <dsp:spPr>
        <a:xfrm>
          <a:off x="6170889" y="4341194"/>
          <a:ext cx="1446010" cy="867606"/>
        </a:xfrm>
        <a:prstGeom prst="roundRect">
          <a:avLst>
            <a:gd name="adj" fmla="val 10000"/>
          </a:avLst>
        </a:prstGeom>
        <a:solidFill>
          <a:schemeClr val="accent2">
            <a:hueOff val="-7668065"/>
            <a:satOff val="33970"/>
            <a:lumOff val="-1249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000" kern="1200"/>
            <a:t>累積所有 </a:t>
          </a:r>
          <a:r>
            <a:rPr lang="en-US" sz="1000" kern="1200"/>
            <a:t>X / y</a:t>
          </a:r>
          <a:endParaRPr lang="LID4096" sz="1000" kern="1200"/>
        </a:p>
      </dsp:txBody>
      <dsp:txXfrm>
        <a:off x="6196300" y="4366605"/>
        <a:ext cx="1395188" cy="816784"/>
      </dsp:txXfrm>
    </dsp:sp>
    <dsp:sp modelId="{BD56323F-1763-41F7-BB6A-E9DBA2D6763E}">
      <dsp:nvSpPr>
        <dsp:cNvPr id="0" name=""/>
        <dsp:cNvSpPr/>
      </dsp:nvSpPr>
      <dsp:spPr>
        <a:xfrm rot="10800000">
          <a:off x="5737085" y="4595692"/>
          <a:ext cx="306554" cy="3586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7962990"/>
            <a:satOff val="35276"/>
            <a:lumOff val="-1297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600" kern="1200"/>
        </a:p>
      </dsp:txBody>
      <dsp:txXfrm rot="10800000">
        <a:off x="5829051" y="4667414"/>
        <a:ext cx="214588" cy="215166"/>
      </dsp:txXfrm>
    </dsp:sp>
    <dsp:sp modelId="{86F76F83-8928-4B44-8BC7-0436925327AC}">
      <dsp:nvSpPr>
        <dsp:cNvPr id="0" name=""/>
        <dsp:cNvSpPr/>
      </dsp:nvSpPr>
      <dsp:spPr>
        <a:xfrm>
          <a:off x="4146474" y="4341194"/>
          <a:ext cx="1446010" cy="867606"/>
        </a:xfrm>
        <a:prstGeom prst="roundRect">
          <a:avLst>
            <a:gd name="adj" fmla="val 10000"/>
          </a:avLst>
        </a:prstGeom>
        <a:solidFill>
          <a:schemeClr val="accent2">
            <a:hueOff val="-8051469"/>
            <a:satOff val="35668"/>
            <a:lumOff val="-1311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000" kern="1200" dirty="0"/>
            <a:t>訓練 </a:t>
          </a:r>
          <a:r>
            <a:rPr lang="en-US" sz="1000" kern="1200" dirty="0" err="1"/>
            <a:t>RandomForestClassifier</a:t>
          </a:r>
          <a:endParaRPr lang="LID4096" sz="1000" kern="1200" dirty="0"/>
        </a:p>
      </dsp:txBody>
      <dsp:txXfrm>
        <a:off x="4171885" y="4366605"/>
        <a:ext cx="1395188" cy="816784"/>
      </dsp:txXfrm>
    </dsp:sp>
    <dsp:sp modelId="{0B22BA3C-54AB-4B2A-B154-21F4ADEBFF93}">
      <dsp:nvSpPr>
        <dsp:cNvPr id="0" name=""/>
        <dsp:cNvSpPr/>
      </dsp:nvSpPr>
      <dsp:spPr>
        <a:xfrm rot="10800000">
          <a:off x="3712671" y="4595692"/>
          <a:ext cx="306554" cy="3586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8361140"/>
            <a:satOff val="37040"/>
            <a:lumOff val="-1362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600" kern="1200"/>
        </a:p>
      </dsp:txBody>
      <dsp:txXfrm rot="10800000">
        <a:off x="3804637" y="4667414"/>
        <a:ext cx="214588" cy="215166"/>
      </dsp:txXfrm>
    </dsp:sp>
    <dsp:sp modelId="{758823BA-9331-42E4-A11C-E0968247246B}">
      <dsp:nvSpPr>
        <dsp:cNvPr id="0" name=""/>
        <dsp:cNvSpPr/>
      </dsp:nvSpPr>
      <dsp:spPr>
        <a:xfrm>
          <a:off x="2122059" y="4341194"/>
          <a:ext cx="1446010" cy="867606"/>
        </a:xfrm>
        <a:prstGeom prst="roundRect">
          <a:avLst>
            <a:gd name="adj" fmla="val 10000"/>
          </a:avLst>
        </a:prstGeom>
        <a:solidFill>
          <a:schemeClr val="accent2">
            <a:hueOff val="-8434872"/>
            <a:satOff val="37367"/>
            <a:lumOff val="-137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000" kern="1200"/>
            <a:t>讀取 </a:t>
          </a:r>
          <a:r>
            <a:rPr lang="en-US" sz="1000" kern="1200"/>
            <a:t>rf.feature_importances_</a:t>
          </a:r>
          <a:endParaRPr lang="LID4096" sz="1000" kern="1200"/>
        </a:p>
      </dsp:txBody>
      <dsp:txXfrm>
        <a:off x="2147470" y="4366605"/>
        <a:ext cx="1395188" cy="816784"/>
      </dsp:txXfrm>
    </dsp:sp>
    <dsp:sp modelId="{1A4A6844-9384-4362-8597-E9A7A4EE0900}">
      <dsp:nvSpPr>
        <dsp:cNvPr id="0" name=""/>
        <dsp:cNvSpPr/>
      </dsp:nvSpPr>
      <dsp:spPr>
        <a:xfrm rot="10800000">
          <a:off x="1688256" y="4595692"/>
          <a:ext cx="306554" cy="3586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8759290"/>
            <a:satOff val="38804"/>
            <a:lumOff val="-1427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600" kern="1200"/>
        </a:p>
      </dsp:txBody>
      <dsp:txXfrm rot="10800000">
        <a:off x="1780222" y="4667414"/>
        <a:ext cx="214588" cy="215166"/>
      </dsp:txXfrm>
    </dsp:sp>
    <dsp:sp modelId="{55DB74FA-2DB7-4578-B06A-D4497F1C026A}">
      <dsp:nvSpPr>
        <dsp:cNvPr id="0" name=""/>
        <dsp:cNvSpPr/>
      </dsp:nvSpPr>
      <dsp:spPr>
        <a:xfrm>
          <a:off x="97645" y="4341194"/>
          <a:ext cx="1446010" cy="867606"/>
        </a:xfrm>
        <a:prstGeom prst="roundRect">
          <a:avLst>
            <a:gd name="adj" fmla="val 10000"/>
          </a:avLst>
        </a:prstGeom>
        <a:solidFill>
          <a:schemeClr val="accent2">
            <a:hueOff val="-8818275"/>
            <a:satOff val="39065"/>
            <a:lumOff val="-1436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000" kern="1200"/>
            <a:t>與 </a:t>
          </a:r>
          <a:r>
            <a:rPr lang="en-US" sz="1000" kern="1200"/>
            <a:t>feature_cols </a:t>
          </a:r>
          <a:r>
            <a:rPr lang="zh-TW" altLang="en-US" sz="1000" kern="1200"/>
            <a:t>對</a:t>
          </a:r>
          <a:endParaRPr lang="LID4096" sz="1000" kern="1200"/>
        </a:p>
      </dsp:txBody>
      <dsp:txXfrm>
        <a:off x="123056" y="4366605"/>
        <a:ext cx="1395188" cy="816784"/>
      </dsp:txXfrm>
    </dsp:sp>
    <dsp:sp modelId="{070148C4-A7B4-43DD-8F06-F0C95CE7EB5A}">
      <dsp:nvSpPr>
        <dsp:cNvPr id="0" name=""/>
        <dsp:cNvSpPr/>
      </dsp:nvSpPr>
      <dsp:spPr>
        <a:xfrm rot="5400000">
          <a:off x="667373" y="5310021"/>
          <a:ext cx="306554" cy="3586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9157439"/>
            <a:satOff val="40568"/>
            <a:lumOff val="-1491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600" kern="1200"/>
        </a:p>
      </dsp:txBody>
      <dsp:txXfrm rot="-5400000">
        <a:off x="713067" y="5336049"/>
        <a:ext cx="215166" cy="214588"/>
      </dsp:txXfrm>
    </dsp:sp>
    <dsp:sp modelId="{D8C16DD4-B735-47CF-8A04-C1175DFEFB16}">
      <dsp:nvSpPr>
        <dsp:cNvPr id="0" name=""/>
        <dsp:cNvSpPr/>
      </dsp:nvSpPr>
      <dsp:spPr>
        <a:xfrm>
          <a:off x="97645" y="5787205"/>
          <a:ext cx="1446010" cy="867606"/>
        </a:xfrm>
        <a:prstGeom prst="roundRect">
          <a:avLst>
            <a:gd name="adj" fmla="val 10000"/>
          </a:avLst>
        </a:prstGeom>
        <a:solidFill>
          <a:schemeClr val="accent2">
            <a:hueOff val="-9201678"/>
            <a:satOff val="40764"/>
            <a:lumOff val="-1499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000" kern="1200"/>
            <a:t>由大到小排</a:t>
          </a:r>
          <a:endParaRPr lang="LID4096" sz="1000" kern="1200"/>
        </a:p>
      </dsp:txBody>
      <dsp:txXfrm>
        <a:off x="123056" y="5812616"/>
        <a:ext cx="1395188" cy="816784"/>
      </dsp:txXfrm>
    </dsp:sp>
    <dsp:sp modelId="{870EAEE7-B2FA-4876-8C77-6003ABF6B7B9}">
      <dsp:nvSpPr>
        <dsp:cNvPr id="0" name=""/>
        <dsp:cNvSpPr/>
      </dsp:nvSpPr>
      <dsp:spPr>
        <a:xfrm>
          <a:off x="1670904" y="6041703"/>
          <a:ext cx="306554" cy="3586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9555589"/>
            <a:satOff val="42331"/>
            <a:lumOff val="-1556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600" kern="1200"/>
        </a:p>
      </dsp:txBody>
      <dsp:txXfrm>
        <a:off x="1670904" y="6113425"/>
        <a:ext cx="214588" cy="215166"/>
      </dsp:txXfrm>
    </dsp:sp>
    <dsp:sp modelId="{940E8A83-2A1A-4D83-B848-323CE41E3433}">
      <dsp:nvSpPr>
        <dsp:cNvPr id="0" name=""/>
        <dsp:cNvSpPr/>
      </dsp:nvSpPr>
      <dsp:spPr>
        <a:xfrm>
          <a:off x="2122059" y="5787205"/>
          <a:ext cx="1446010" cy="867606"/>
        </a:xfrm>
        <a:prstGeom prst="roundRect">
          <a:avLst>
            <a:gd name="adj" fmla="val 10000"/>
          </a:avLst>
        </a:prstGeom>
        <a:solidFill>
          <a:schemeClr val="accent2">
            <a:hueOff val="-9585081"/>
            <a:satOff val="42462"/>
            <a:lumOff val="-1561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000" kern="1200"/>
            <a:t>輸出 </a:t>
          </a:r>
          <a:r>
            <a:rPr lang="en-US" sz="1000" kern="1200"/>
            <a:t>feature importance rankin</a:t>
          </a:r>
          <a:endParaRPr lang="LID4096" sz="1000" kern="1200"/>
        </a:p>
      </dsp:txBody>
      <dsp:txXfrm>
        <a:off x="2147470" y="5812616"/>
        <a:ext cx="1395188" cy="816784"/>
      </dsp:txXfrm>
    </dsp:sp>
    <dsp:sp modelId="{11C8AE40-2DCC-468B-83D3-AAEA1AA69805}">
      <dsp:nvSpPr>
        <dsp:cNvPr id="0" name=""/>
        <dsp:cNvSpPr/>
      </dsp:nvSpPr>
      <dsp:spPr>
        <a:xfrm>
          <a:off x="3695319" y="6041703"/>
          <a:ext cx="306554" cy="3586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9953738"/>
            <a:satOff val="44095"/>
            <a:lumOff val="-1621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600" kern="1200"/>
        </a:p>
      </dsp:txBody>
      <dsp:txXfrm>
        <a:off x="3695319" y="6113425"/>
        <a:ext cx="214588" cy="215166"/>
      </dsp:txXfrm>
    </dsp:sp>
    <dsp:sp modelId="{699469A3-56E5-4C2B-8D31-8E8DE5B32B7C}">
      <dsp:nvSpPr>
        <dsp:cNvPr id="0" name=""/>
        <dsp:cNvSpPr/>
      </dsp:nvSpPr>
      <dsp:spPr>
        <a:xfrm>
          <a:off x="4146474" y="5787205"/>
          <a:ext cx="1446010" cy="867606"/>
        </a:xfrm>
        <a:prstGeom prst="roundRect">
          <a:avLst>
            <a:gd name="adj" fmla="val 10000"/>
          </a:avLst>
        </a:prstGeom>
        <a:solidFill>
          <a:schemeClr val="accent2">
            <a:hueOff val="-9968485"/>
            <a:satOff val="44161"/>
            <a:lumOff val="-1623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000" kern="1200" dirty="0"/>
            <a:t>存成 </a:t>
          </a:r>
          <a:r>
            <a:rPr lang="en-US" altLang="zh-TW" sz="1000" kern="1200" dirty="0"/>
            <a:t>001_</a:t>
          </a:r>
          <a:r>
            <a:rPr lang="en-US" sz="1000" kern="1200" dirty="0"/>
            <a:t>feature_importance.csv</a:t>
          </a:r>
          <a:endParaRPr lang="LID4096" sz="1000" kern="1200" dirty="0"/>
        </a:p>
      </dsp:txBody>
      <dsp:txXfrm>
        <a:off x="4171885" y="5812616"/>
        <a:ext cx="1395188" cy="816784"/>
      </dsp:txXfrm>
    </dsp:sp>
    <dsp:sp modelId="{7B3DC14C-8432-43D6-AFA4-332CE05F656C}">
      <dsp:nvSpPr>
        <dsp:cNvPr id="0" name=""/>
        <dsp:cNvSpPr/>
      </dsp:nvSpPr>
      <dsp:spPr>
        <a:xfrm>
          <a:off x="5719733" y="6041703"/>
          <a:ext cx="306554" cy="3586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10351888"/>
            <a:satOff val="45859"/>
            <a:lumOff val="-1686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600" kern="1200"/>
        </a:p>
      </dsp:txBody>
      <dsp:txXfrm>
        <a:off x="5719733" y="6113425"/>
        <a:ext cx="214588" cy="215166"/>
      </dsp:txXfrm>
    </dsp:sp>
    <dsp:sp modelId="{0A0C6298-47F7-4CE6-ACF4-8F3CD5F0B6CA}">
      <dsp:nvSpPr>
        <dsp:cNvPr id="0" name=""/>
        <dsp:cNvSpPr/>
      </dsp:nvSpPr>
      <dsp:spPr>
        <a:xfrm>
          <a:off x="6170889" y="5787205"/>
          <a:ext cx="1446010" cy="867606"/>
        </a:xfrm>
        <a:prstGeom prst="roundRect">
          <a:avLst>
            <a:gd name="adj" fmla="val 10000"/>
          </a:avLst>
        </a:prstGeom>
        <a:solidFill>
          <a:schemeClr val="accent2">
            <a:hueOff val="-10351888"/>
            <a:satOff val="45859"/>
            <a:lumOff val="-1686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000" kern="1200" dirty="0"/>
            <a:t>結束</a:t>
          </a:r>
          <a:endParaRPr lang="LID4096" sz="1000" kern="1200" dirty="0"/>
        </a:p>
      </dsp:txBody>
      <dsp:txXfrm>
        <a:off x="6196300" y="5812616"/>
        <a:ext cx="1395188" cy="8167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C4167F-9C7C-44F3-80A0-375D59DEF40F}" type="datetimeFigureOut">
              <a:rPr lang="LID4096" smtClean="0"/>
              <a:t>05/07/2026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4E18BC-91E4-497A-B749-BC5F9A2B399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17145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896889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92673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Step 1（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候選特徵建立）：上個版本的</a:t>
            </a:r>
            <a:endParaRPr lang="en-US" altLang="zh-TW" sz="4800" kern="1200" dirty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 lvl="1"/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normalized_spread、micro_return、obi、weighted_mid_deviation、deep_obi、queue_imbalance、queue_imbalance_change、aggressor_imbalance_interval、rolling_signed_flow_ratio、trade_intensity_short、net_cancel_pressure、cancel_pressure_short </a:t>
            </a: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等。</a:t>
            </a:r>
            <a:endParaRPr lang="en-US" altLang="zh-TW" sz="4500" kern="1200" dirty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>
              <a:lnSpc>
                <a:spcPct val="170000"/>
              </a:lnSpc>
            </a:pP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Step 2（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建立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label）：</a:t>
            </a:r>
          </a:p>
          <a:p>
            <a:pPr lvl="1">
              <a:lnSpc>
                <a:spcPct val="170000"/>
              </a:lnSpc>
            </a:pP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每筆樣本使用過去 </a:t>
            </a:r>
            <a:r>
              <a:rPr lang="en-US" sz="4500" kern="1200" dirty="0" err="1">
                <a:solidFill>
                  <a:schemeClr val="tx1"/>
                </a:solidFill>
                <a:latin typeface="+mj-ea"/>
                <a:ea typeface="+mn-ea"/>
                <a:cs typeface="+mn-cs"/>
              </a:rPr>
              <a:t>window_size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=100 </a:t>
            </a: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個 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events，</a:t>
            </a: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預測未來 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horizon=10 </a:t>
            </a: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個 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events </a:t>
            </a: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內 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mid-price </a:t>
            </a: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是否移動超過 </a:t>
            </a:r>
            <a:r>
              <a:rPr lang="en-US" sz="4500" kern="1200" dirty="0" err="1">
                <a:solidFill>
                  <a:schemeClr val="tx1"/>
                </a:solidFill>
                <a:latin typeface="+mj-ea"/>
                <a:ea typeface="+mn-ea"/>
                <a:cs typeface="+mn-cs"/>
              </a:rPr>
              <a:t>threshold_ticks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=1.0。</a:t>
            </a: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若未來 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mid-price </a:t>
            </a: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上升超過 </a:t>
            </a:r>
            <a:r>
              <a:rPr lang="en-US" altLang="zh-TW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1 </a:t>
            </a:r>
            <a:r>
              <a:rPr lang="en-US" sz="4500" kern="1200" dirty="0" err="1">
                <a:solidFill>
                  <a:schemeClr val="tx1"/>
                </a:solidFill>
                <a:latin typeface="+mj-ea"/>
                <a:ea typeface="+mn-ea"/>
                <a:cs typeface="+mn-cs"/>
              </a:rPr>
              <a:t>tick，label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 </a:t>
            </a: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為 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Up；</a:t>
            </a: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下降超過 </a:t>
            </a:r>
            <a:r>
              <a:rPr lang="en-US" altLang="zh-TW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1 </a:t>
            </a:r>
            <a:r>
              <a:rPr lang="en-US" sz="4500" kern="1200" dirty="0" err="1">
                <a:solidFill>
                  <a:schemeClr val="tx1"/>
                </a:solidFill>
                <a:latin typeface="+mj-ea"/>
                <a:ea typeface="+mn-ea"/>
                <a:cs typeface="+mn-cs"/>
              </a:rPr>
              <a:t>tick，label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 </a:t>
            </a: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為 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Down；</a:t>
            </a: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否則為 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Stationary。</a:t>
            </a:r>
          </a:p>
          <a:p>
            <a:pPr>
              <a:lnSpc>
                <a:spcPct val="170000"/>
              </a:lnSpc>
            </a:pP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Step 3（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粗篩重要特徵）：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new_era/01_feature_importance.py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使用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Windowed LOB Sequence Dataset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產生 </a:t>
            </a:r>
            <a:r>
              <a:rPr lang="en-US" altLang="zh-TW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100-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tick window，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但由於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Random Forest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不處理時間序列，因此只取每個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window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的最後一個 </a:t>
            </a:r>
            <a:r>
              <a:rPr lang="en-US" sz="4800" kern="1200" dirty="0" err="1">
                <a:solidFill>
                  <a:schemeClr val="tx1"/>
                </a:solidFill>
                <a:latin typeface="+mj-ea"/>
                <a:ea typeface="+mn-ea"/>
                <a:cs typeface="+mn-cs"/>
              </a:rPr>
              <a:t>snapshot：X_seq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[-1, :]。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這個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snapshot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代表「做預測當下」最新的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order book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狀態。</a:t>
            </a:r>
            <a:endParaRPr lang="en-US" altLang="zh-TW" sz="4800" kern="1200" dirty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>
              <a:lnSpc>
                <a:spcPct val="170000"/>
              </a:lnSpc>
            </a:pP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Step 4（Random Forest ranking）：</a:t>
            </a:r>
          </a:p>
          <a:p>
            <a:pPr lvl="1">
              <a:lnSpc>
                <a:spcPct val="170000"/>
              </a:lnSpc>
            </a:pP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使用 </a:t>
            </a:r>
            <a:r>
              <a:rPr lang="en-US" sz="4500" kern="1200" dirty="0" err="1">
                <a:solidFill>
                  <a:schemeClr val="tx1"/>
                </a:solidFill>
                <a:latin typeface="+mj-ea"/>
                <a:ea typeface="+mn-ea"/>
                <a:cs typeface="+mn-cs"/>
              </a:rPr>
              <a:t>RandomForestClassifier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(</a:t>
            </a:r>
            <a:r>
              <a:rPr lang="en-US" sz="4500" kern="1200" dirty="0" err="1">
                <a:solidFill>
                  <a:schemeClr val="tx1"/>
                </a:solidFill>
                <a:latin typeface="+mj-ea"/>
                <a:ea typeface="+mn-ea"/>
                <a:cs typeface="+mn-cs"/>
              </a:rPr>
              <a:t>n_estimators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=50, </a:t>
            </a:r>
            <a:r>
              <a:rPr lang="en-US" sz="4500" kern="1200" dirty="0" err="1">
                <a:solidFill>
                  <a:schemeClr val="tx1"/>
                </a:solidFill>
                <a:latin typeface="+mj-ea"/>
                <a:ea typeface="+mn-ea"/>
                <a:cs typeface="+mn-cs"/>
              </a:rPr>
              <a:t>max_depth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=10, </a:t>
            </a:r>
            <a:r>
              <a:rPr lang="en-US" sz="4500" kern="1200" dirty="0" err="1">
                <a:solidFill>
                  <a:schemeClr val="tx1"/>
                </a:solidFill>
                <a:latin typeface="+mj-ea"/>
                <a:ea typeface="+mn-ea"/>
                <a:cs typeface="+mn-cs"/>
              </a:rPr>
              <a:t>n_jobs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=-1, </a:t>
            </a:r>
            <a:r>
              <a:rPr lang="en-US" sz="4500" kern="1200" dirty="0" err="1">
                <a:solidFill>
                  <a:schemeClr val="tx1"/>
                </a:solidFill>
                <a:latin typeface="+mj-ea"/>
                <a:ea typeface="+mn-ea"/>
                <a:cs typeface="+mn-cs"/>
              </a:rPr>
              <a:t>class_weight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="balanced", </a:t>
            </a:r>
            <a:r>
              <a:rPr lang="en-US" sz="4500" kern="1200" dirty="0" err="1">
                <a:solidFill>
                  <a:schemeClr val="tx1"/>
                </a:solidFill>
                <a:latin typeface="+mj-ea"/>
                <a:ea typeface="+mn-ea"/>
                <a:cs typeface="+mn-cs"/>
              </a:rPr>
              <a:t>random_state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=42) </a:t>
            </a: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訓練三分類模型。訓練完成後讀取 </a:t>
            </a:r>
            <a:r>
              <a:rPr lang="en-US" sz="4500" kern="1200" dirty="0" err="1">
                <a:solidFill>
                  <a:schemeClr val="tx1"/>
                </a:solidFill>
                <a:latin typeface="+mj-ea"/>
                <a:ea typeface="+mn-ea"/>
                <a:cs typeface="+mn-cs"/>
              </a:rPr>
              <a:t>rf.feature_importances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_，</a:t>
            </a:r>
          </a:p>
          <a:p>
            <a:pPr lvl="1">
              <a:lnSpc>
                <a:spcPct val="170000"/>
              </a:lnSpc>
            </a:pP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計算每個特徵在樹模型切分中對降低 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impurity </a:t>
            </a: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的貢獻，並依照 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importance </a:t>
            </a: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由大到小排序，輸出 </a:t>
            </a:r>
            <a:r>
              <a:rPr lang="en-US" sz="4500" kern="1200" dirty="0" err="1">
                <a:solidFill>
                  <a:schemeClr val="tx1"/>
                </a:solidFill>
                <a:latin typeface="+mj-ea"/>
                <a:ea typeface="+mn-ea"/>
                <a:cs typeface="+mn-cs"/>
              </a:rPr>
              <a:t>new_era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/001_feature_importance.csv。</a:t>
            </a:r>
          </a:p>
          <a:p>
            <a:pPr>
              <a:lnSpc>
                <a:spcPct val="170000"/>
              </a:lnSpc>
            </a:pP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Step 5（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固定模型輸入）：依照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feature importance ranking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選擇前 </a:t>
            </a:r>
            <a:r>
              <a:rPr lang="en-US" altLang="zh-TW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8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名，固定成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TOP_8_FEATURES。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後續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TCN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訓練、推論、回測與未來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HLS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部署都使用這 </a:t>
            </a:r>
            <a:r>
              <a:rPr lang="en-US" altLang="zh-TW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8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個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feature，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確保輸入維度、順序與硬體設計一致。</a:t>
            </a:r>
            <a:r>
              <a:rPr lang="en-US" altLang="zh-TW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02_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feature_engineering.py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會從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tcn_pipeline_utils.py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匯入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TOP_8_FEATURES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與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Z_FEATURES，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再產生訓練資料。</a:t>
            </a:r>
            <a:endParaRPr lang="en-US" altLang="zh-TW" sz="4800" kern="1200" dirty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>
              <a:lnSpc>
                <a:spcPct val="170000"/>
              </a:lnSpc>
            </a:pP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Step 6（Rolling Z-score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正規化）：對每個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session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內的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Top 8 features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做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rolling z-score，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避免跨日或跨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session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的分布外洩。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rolling z-score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只在同一個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session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內計算，接著產生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Z_FEATURES = [f"{name}_z" for name in TOP_8_FEATURES]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作為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TCN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真正輸入。</a:t>
            </a:r>
            <a:r>
              <a:rPr lang="en-US" altLang="zh-TW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02_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feature_engineering.py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明確把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rolling z-score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放在單一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session feature frame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之後、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dataset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切窗之前。</a:t>
            </a:r>
            <a:endParaRPr lang="en-US" sz="4800" kern="1200" dirty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508528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/src/features/dimensionless_features.py</a:t>
                </a:r>
              </a:p>
              <a:p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weighted_mid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𝑉</m:t>
                        </m:r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𝑎𝑠𝑘</m:t>
                        </m:r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​⋅</m:t>
                        </m:r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𝐵</m:t>
                        </m:r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1​+</m:t>
                        </m:r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𝑉</m:t>
                        </m:r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𝑏𝑖𝑑</m:t>
                        </m:r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​⋅</m:t>
                        </m:r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𝐴</m:t>
                        </m:r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𝑉</m:t>
                        </m:r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𝑏𝑖𝑑</m:t>
                        </m:r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​+</m:t>
                        </m:r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𝑉</m:t>
                        </m:r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𝑎𝑠𝑘</m:t>
                        </m:r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​</m:t>
                        </m:r>
                      </m:den>
                    </m:f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b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LID4096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/src/features/dimensionless_features.py</a:t>
                </a:r>
              </a:p>
              <a:p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weighted_mid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=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(𝑉1𝑎𝑠𝑘​⋅𝐵1​+𝑉1𝑏𝑖𝑑​⋅𝐴1)/(𝑉1𝑏𝑖𝑑​+𝑉1𝑎𝑠𝑘​)</a:t>
                </a:r>
                <a:endParaRPr lang="en-US" dirty="0"/>
              </a:p>
              <a:p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b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LID4096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531568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32B4D-2C92-D950-949D-9E9568F53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929158-018F-525B-71AE-3EA1DC1DE9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A54546-DDC5-79C5-0CEE-2B8A19F3EF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Step 1（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候選特徵建立）：上個版本的</a:t>
            </a:r>
            <a:endParaRPr lang="en-US" altLang="zh-TW" sz="4800" kern="1200" dirty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 lvl="1"/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normalized_spread、micro_return、obi、weighted_mid_deviation、deep_obi、queue_imbalance、queue_imbalance_change、aggressor_imbalance_interval、rolling_signed_flow_ratio、trade_intensity_short、net_cancel_pressure、cancel_pressure_short </a:t>
            </a: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等。</a:t>
            </a:r>
            <a:endParaRPr lang="en-US" altLang="zh-TW" sz="4500" kern="1200" dirty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>
              <a:lnSpc>
                <a:spcPct val="170000"/>
              </a:lnSpc>
            </a:pP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Step 2（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建立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label）：</a:t>
            </a:r>
          </a:p>
          <a:p>
            <a:pPr lvl="1">
              <a:lnSpc>
                <a:spcPct val="170000"/>
              </a:lnSpc>
            </a:pP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每筆樣本使用過去 </a:t>
            </a:r>
            <a:r>
              <a:rPr lang="en-US" sz="4500" kern="1200" dirty="0" err="1">
                <a:solidFill>
                  <a:schemeClr val="tx1"/>
                </a:solidFill>
                <a:latin typeface="+mj-ea"/>
                <a:ea typeface="+mn-ea"/>
                <a:cs typeface="+mn-cs"/>
              </a:rPr>
              <a:t>window_size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=100 </a:t>
            </a: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個 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events，</a:t>
            </a: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預測未來 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horizon=10 </a:t>
            </a: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個 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events </a:t>
            </a: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內 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mid-price </a:t>
            </a: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是否移動超過 </a:t>
            </a:r>
            <a:r>
              <a:rPr lang="en-US" sz="4500" kern="1200" dirty="0" err="1">
                <a:solidFill>
                  <a:schemeClr val="tx1"/>
                </a:solidFill>
                <a:latin typeface="+mj-ea"/>
                <a:ea typeface="+mn-ea"/>
                <a:cs typeface="+mn-cs"/>
              </a:rPr>
              <a:t>threshold_ticks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=1.0。</a:t>
            </a: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若未來 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mid-price </a:t>
            </a: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上升超過 </a:t>
            </a:r>
            <a:r>
              <a:rPr lang="en-US" altLang="zh-TW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1 </a:t>
            </a:r>
            <a:r>
              <a:rPr lang="en-US" sz="4500" kern="1200" dirty="0" err="1">
                <a:solidFill>
                  <a:schemeClr val="tx1"/>
                </a:solidFill>
                <a:latin typeface="+mj-ea"/>
                <a:ea typeface="+mn-ea"/>
                <a:cs typeface="+mn-cs"/>
              </a:rPr>
              <a:t>tick，label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 </a:t>
            </a: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為 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Up；</a:t>
            </a: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下降超過 </a:t>
            </a:r>
            <a:r>
              <a:rPr lang="en-US" altLang="zh-TW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1 </a:t>
            </a:r>
            <a:r>
              <a:rPr lang="en-US" sz="4500" kern="1200" dirty="0" err="1">
                <a:solidFill>
                  <a:schemeClr val="tx1"/>
                </a:solidFill>
                <a:latin typeface="+mj-ea"/>
                <a:ea typeface="+mn-ea"/>
                <a:cs typeface="+mn-cs"/>
              </a:rPr>
              <a:t>tick，label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 </a:t>
            </a: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為 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Down；</a:t>
            </a: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否則為 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Stationary。</a:t>
            </a:r>
          </a:p>
          <a:p>
            <a:pPr>
              <a:lnSpc>
                <a:spcPct val="170000"/>
              </a:lnSpc>
            </a:pP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Step 3（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粗篩重要特徵）：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new_era/01_feature_importance.py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使用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Windowed LOB Sequence Dataset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產生 </a:t>
            </a:r>
            <a:r>
              <a:rPr lang="en-US" altLang="zh-TW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100-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tick window，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但由於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Random Forest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不處理時間序列，因此只取每個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window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的最後一個 </a:t>
            </a:r>
            <a:r>
              <a:rPr lang="en-US" sz="4800" kern="1200" dirty="0" err="1">
                <a:solidFill>
                  <a:schemeClr val="tx1"/>
                </a:solidFill>
                <a:latin typeface="+mj-ea"/>
                <a:ea typeface="+mn-ea"/>
                <a:cs typeface="+mn-cs"/>
              </a:rPr>
              <a:t>snapshot：X_seq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[-1, :]。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這個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snapshot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代表「做預測當下」最新的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order book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狀態。</a:t>
            </a:r>
            <a:endParaRPr lang="en-US" altLang="zh-TW" sz="4800" kern="1200" dirty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>
              <a:lnSpc>
                <a:spcPct val="170000"/>
              </a:lnSpc>
            </a:pP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Step 4（Random Forest ranking）：</a:t>
            </a:r>
          </a:p>
          <a:p>
            <a:pPr lvl="1">
              <a:lnSpc>
                <a:spcPct val="170000"/>
              </a:lnSpc>
            </a:pP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使用 </a:t>
            </a:r>
            <a:r>
              <a:rPr lang="en-US" sz="4500" kern="1200" dirty="0" err="1">
                <a:solidFill>
                  <a:schemeClr val="tx1"/>
                </a:solidFill>
                <a:latin typeface="+mj-ea"/>
                <a:ea typeface="+mn-ea"/>
                <a:cs typeface="+mn-cs"/>
              </a:rPr>
              <a:t>RandomForestClassifier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(</a:t>
            </a:r>
            <a:r>
              <a:rPr lang="en-US" sz="4500" kern="1200" dirty="0" err="1">
                <a:solidFill>
                  <a:schemeClr val="tx1"/>
                </a:solidFill>
                <a:latin typeface="+mj-ea"/>
                <a:ea typeface="+mn-ea"/>
                <a:cs typeface="+mn-cs"/>
              </a:rPr>
              <a:t>n_estimators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=50, </a:t>
            </a:r>
            <a:r>
              <a:rPr lang="en-US" sz="4500" kern="1200" dirty="0" err="1">
                <a:solidFill>
                  <a:schemeClr val="tx1"/>
                </a:solidFill>
                <a:latin typeface="+mj-ea"/>
                <a:ea typeface="+mn-ea"/>
                <a:cs typeface="+mn-cs"/>
              </a:rPr>
              <a:t>max_depth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=10, </a:t>
            </a:r>
            <a:r>
              <a:rPr lang="en-US" sz="4500" kern="1200" dirty="0" err="1">
                <a:solidFill>
                  <a:schemeClr val="tx1"/>
                </a:solidFill>
                <a:latin typeface="+mj-ea"/>
                <a:ea typeface="+mn-ea"/>
                <a:cs typeface="+mn-cs"/>
              </a:rPr>
              <a:t>n_jobs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=-1, </a:t>
            </a:r>
            <a:r>
              <a:rPr lang="en-US" sz="4500" kern="1200" dirty="0" err="1">
                <a:solidFill>
                  <a:schemeClr val="tx1"/>
                </a:solidFill>
                <a:latin typeface="+mj-ea"/>
                <a:ea typeface="+mn-ea"/>
                <a:cs typeface="+mn-cs"/>
              </a:rPr>
              <a:t>class_weight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="balanced", </a:t>
            </a:r>
            <a:r>
              <a:rPr lang="en-US" sz="4500" kern="1200" dirty="0" err="1">
                <a:solidFill>
                  <a:schemeClr val="tx1"/>
                </a:solidFill>
                <a:latin typeface="+mj-ea"/>
                <a:ea typeface="+mn-ea"/>
                <a:cs typeface="+mn-cs"/>
              </a:rPr>
              <a:t>random_state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=42) </a:t>
            </a: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訓練三分類模型。訓練完成後讀取 </a:t>
            </a:r>
            <a:r>
              <a:rPr lang="en-US" sz="4500" kern="1200" dirty="0" err="1">
                <a:solidFill>
                  <a:schemeClr val="tx1"/>
                </a:solidFill>
                <a:latin typeface="+mj-ea"/>
                <a:ea typeface="+mn-ea"/>
                <a:cs typeface="+mn-cs"/>
              </a:rPr>
              <a:t>rf.feature_importances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_，</a:t>
            </a:r>
          </a:p>
          <a:p>
            <a:pPr lvl="1">
              <a:lnSpc>
                <a:spcPct val="170000"/>
              </a:lnSpc>
            </a:pP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計算每個特徵在樹模型切分中對降低 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impurity </a:t>
            </a: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的貢獻，並依照 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importance </a:t>
            </a: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由大到小排序，輸出 </a:t>
            </a:r>
            <a:r>
              <a:rPr lang="en-US" sz="4500" kern="1200" dirty="0" err="1">
                <a:solidFill>
                  <a:schemeClr val="tx1"/>
                </a:solidFill>
                <a:latin typeface="+mj-ea"/>
                <a:ea typeface="+mn-ea"/>
                <a:cs typeface="+mn-cs"/>
              </a:rPr>
              <a:t>new_era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/001_feature_importance.csv。</a:t>
            </a:r>
          </a:p>
          <a:p>
            <a:pPr>
              <a:lnSpc>
                <a:spcPct val="170000"/>
              </a:lnSpc>
            </a:pP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Step 5（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固定模型輸入）：依照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feature importance ranking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選擇前 </a:t>
            </a:r>
            <a:r>
              <a:rPr lang="en-US" altLang="zh-TW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8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名，固定成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TOP_8_FEATURES。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後續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TCN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訓練、推論、回測與未來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HLS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部署都使用這 </a:t>
            </a:r>
            <a:r>
              <a:rPr lang="en-US" altLang="zh-TW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8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個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feature，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確保輸入維度、順序與硬體設計一致。</a:t>
            </a:r>
            <a:r>
              <a:rPr lang="en-US" altLang="zh-TW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02_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feature_engineering.py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會從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tcn_pipeline_utils.py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匯入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TOP_8_FEATURES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與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Z_FEATURES，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再產生訓練資料。</a:t>
            </a:r>
            <a:endParaRPr lang="en-US" altLang="zh-TW" sz="4800" kern="1200" dirty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>
              <a:lnSpc>
                <a:spcPct val="170000"/>
              </a:lnSpc>
            </a:pPr>
            <a:endParaRPr lang="en-US" altLang="zh-TW" sz="4800" kern="1200" dirty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>
              <a:lnSpc>
                <a:spcPct val="170000"/>
              </a:lnSpc>
            </a:pPr>
            <a:r>
              <a:rPr lang="zh-TW" altLang="en-US" sz="4800" b="1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如果資料還不到 </a:t>
            </a:r>
            <a:r>
              <a:rPr lang="en-US" altLang="zh-TW" sz="4800" b="1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2000 </a:t>
            </a:r>
            <a:r>
              <a:rPr lang="zh-TW" altLang="en-US" sz="4800" b="1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筆，</a:t>
            </a:r>
          </a:p>
          <a:p>
            <a:pPr>
              <a:lnSpc>
                <a:spcPct val="170000"/>
              </a:lnSpc>
            </a:pPr>
            <a:r>
              <a:rPr lang="zh-TW" altLang="en-US" sz="4800" b="1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但至少有 </a:t>
            </a:r>
            <a:r>
              <a:rPr lang="en-US" altLang="zh-TW" sz="4800" b="1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100 </a:t>
            </a:r>
            <a:r>
              <a:rPr lang="zh-TW" altLang="en-US" sz="4800" b="1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筆，就先用目前可用的資料估計 </a:t>
            </a:r>
            <a:r>
              <a:rPr lang="en-US" altLang="zh-TW" sz="4800" b="1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mean/std</a:t>
            </a:r>
            <a:r>
              <a:rPr lang="zh-TW" altLang="en-US" sz="4800" b="1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。</a:t>
            </a:r>
          </a:p>
          <a:p>
            <a:pPr>
              <a:lnSpc>
                <a:spcPct val="170000"/>
              </a:lnSpc>
            </a:pPr>
            <a:endParaRPr lang="zh-TW" altLang="en-US" sz="4800" b="1" kern="1200" dirty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>
              <a:lnSpc>
                <a:spcPct val="170000"/>
              </a:lnSpc>
            </a:pPr>
            <a:r>
              <a:rPr lang="zh-TW" altLang="en-US" sz="4800" b="1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如果 </a:t>
            </a:r>
            <a:r>
              <a:rPr lang="en-US" altLang="zh-TW" sz="4800" b="1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std = 0</a:t>
            </a:r>
            <a:r>
              <a:rPr lang="zh-TW" altLang="en-US" sz="4800" b="1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，</a:t>
            </a:r>
          </a:p>
          <a:p>
            <a:pPr>
              <a:lnSpc>
                <a:spcPct val="170000"/>
              </a:lnSpc>
            </a:pPr>
            <a:r>
              <a:rPr lang="zh-TW" altLang="en-US" sz="4800" b="1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代表最近這段完全沒有變動，</a:t>
            </a:r>
          </a:p>
          <a:p>
            <a:pPr>
              <a:lnSpc>
                <a:spcPct val="170000"/>
              </a:lnSpc>
            </a:pPr>
            <a:r>
              <a:rPr lang="zh-TW" altLang="en-US" sz="4800" b="1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為了避免除以 </a:t>
            </a:r>
            <a:r>
              <a:rPr lang="en-US" altLang="zh-TW" sz="4800" b="1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0</a:t>
            </a:r>
            <a:r>
              <a:rPr lang="zh-TW" altLang="en-US" sz="4800" b="1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，就把 </a:t>
            </a:r>
            <a:r>
              <a:rPr lang="en-US" altLang="zh-TW" sz="4800" b="1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std </a:t>
            </a:r>
            <a:r>
              <a:rPr lang="zh-TW" altLang="en-US" sz="4800" b="1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改成 </a:t>
            </a:r>
            <a:r>
              <a:rPr lang="en-US" altLang="zh-TW" sz="4800" b="1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1e-5</a:t>
            </a:r>
            <a:r>
              <a:rPr lang="zh-TW" altLang="en-US" sz="4800" b="1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。</a:t>
            </a:r>
          </a:p>
          <a:p>
            <a:pPr>
              <a:lnSpc>
                <a:spcPct val="170000"/>
              </a:lnSpc>
            </a:pPr>
            <a:endParaRPr lang="zh-TW" altLang="en-US" sz="4800" b="1" kern="1200" dirty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>
              <a:lnSpc>
                <a:spcPct val="170000"/>
              </a:lnSpc>
            </a:pPr>
            <a:r>
              <a:rPr lang="zh-TW" altLang="en-US" sz="4800" b="1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如果算出 </a:t>
            </a:r>
            <a:r>
              <a:rPr lang="en-US" altLang="zh-TW" sz="4800" b="1" kern="1200" dirty="0" err="1">
                <a:solidFill>
                  <a:schemeClr val="tx1"/>
                </a:solidFill>
                <a:latin typeface="+mj-ea"/>
                <a:ea typeface="+mn-ea"/>
                <a:cs typeface="+mn-cs"/>
              </a:rPr>
              <a:t>NaN</a:t>
            </a:r>
            <a:r>
              <a:rPr lang="zh-TW" altLang="en-US" sz="4800" b="1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，</a:t>
            </a:r>
          </a:p>
          <a:p>
            <a:pPr>
              <a:lnSpc>
                <a:spcPct val="170000"/>
              </a:lnSpc>
            </a:pPr>
            <a:r>
              <a:rPr lang="zh-TW" altLang="en-US" sz="4800" b="1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就補成 </a:t>
            </a:r>
            <a:r>
              <a:rPr lang="en-US" altLang="zh-TW" sz="4800" b="1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0</a:t>
            </a:r>
            <a:r>
              <a:rPr lang="zh-TW" altLang="en-US" sz="4800" b="1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。</a:t>
            </a:r>
          </a:p>
          <a:p>
            <a:pPr>
              <a:lnSpc>
                <a:spcPct val="170000"/>
              </a:lnSpc>
            </a:pPr>
            <a:endParaRPr lang="zh-TW" altLang="en-US" sz="4800" b="1" kern="1200" dirty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>
              <a:lnSpc>
                <a:spcPct val="170000"/>
              </a:lnSpc>
            </a:pPr>
            <a:r>
              <a:rPr lang="zh-TW" altLang="en-US" sz="4800" b="1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最後把極端值限制在 </a:t>
            </a:r>
            <a:r>
              <a:rPr lang="en-US" altLang="zh-TW" sz="4800" b="1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-10 </a:t>
            </a:r>
            <a:r>
              <a:rPr lang="zh-TW" altLang="en-US" sz="4800" b="1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到 </a:t>
            </a:r>
            <a:r>
              <a:rPr lang="en-US" altLang="zh-TW" sz="4800" b="1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10</a:t>
            </a:r>
            <a:r>
              <a:rPr lang="zh-TW" altLang="en-US" sz="4800" b="1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。</a:t>
            </a:r>
            <a:endParaRPr lang="en-US" altLang="zh-TW" sz="4800" b="1" kern="1200" dirty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>
              <a:lnSpc>
                <a:spcPct val="170000"/>
              </a:lnSpc>
            </a:pPr>
            <a:endParaRPr lang="en-US" altLang="zh-TW" sz="4800" kern="1200" dirty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>
              <a:lnSpc>
                <a:spcPct val="170000"/>
              </a:lnSpc>
            </a:pPr>
            <a:endParaRPr lang="en-US" altLang="zh-TW" sz="4800" kern="1200" dirty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>
              <a:lnSpc>
                <a:spcPct val="170000"/>
              </a:lnSpc>
            </a:pP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Step 6（Rolling Z-score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正規化）：對每個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session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內的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Top 8 features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做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rolling z-score，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避免跨日或跨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session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的分布外洩。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rolling z-score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只在同一個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session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內計算，接著產生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Z_FEATURES = [f"{name}_z" for name in TOP_8_FEATURES]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作為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TCN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真正輸入。</a:t>
            </a:r>
            <a:r>
              <a:rPr lang="en-US" altLang="zh-TW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02_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feature_engineering.py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明確把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rolling z-score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放在單一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session feature frame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之後、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dataset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切窗之前。</a:t>
            </a:r>
            <a:endParaRPr lang="en-US" sz="4800" kern="1200" dirty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B748E1-F783-05BB-A847-D5B240119D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069222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確定模型能用的結果</a:t>
            </a:r>
            <a:endParaRPr lang="en-US" altLang="zh-TW" dirty="0"/>
          </a:p>
          <a:p>
            <a:pPr marL="171450" indent="-171450">
              <a:buFontTx/>
              <a:buChar char="-"/>
            </a:pPr>
            <a:r>
              <a:rPr lang="zh-TW" altLang="en-US" dirty="0"/>
              <a:t>用更專業的方式</a:t>
            </a:r>
            <a:r>
              <a:rPr lang="en-US" altLang="zh-TW" dirty="0"/>
              <a:t>/</a:t>
            </a:r>
            <a:r>
              <a:rPr lang="zh-TW" altLang="en-US" dirty="0"/>
              <a:t>語詞語句 去描述</a:t>
            </a:r>
            <a:endParaRPr lang="en-US" altLang="zh-TW" dirty="0"/>
          </a:p>
          <a:p>
            <a:pPr marL="171450" indent="-171450">
              <a:buFontTx/>
              <a:buChar char="-"/>
            </a:pPr>
            <a:endParaRPr lang="en-US" altLang="zh-TW" dirty="0"/>
          </a:p>
          <a:p>
            <a:r>
              <a:rPr lang="zh-TW" altLang="en-US" dirty="0"/>
              <a:t>確認</a:t>
            </a:r>
            <a:r>
              <a:rPr lang="en-US" altLang="zh-TW" dirty="0"/>
              <a:t>/</a:t>
            </a:r>
            <a:r>
              <a:rPr lang="zh-TW" altLang="en-US" dirty="0"/>
              <a:t>定義對錯的常見方法</a:t>
            </a:r>
            <a:endParaRPr lang="en-US" altLang="zh-TW" dirty="0"/>
          </a:p>
          <a:p>
            <a:pPr marL="171450" indent="-171450">
              <a:buFontTx/>
              <a:buChar char="-"/>
            </a:pPr>
            <a:r>
              <a:rPr lang="en-US" dirty="0"/>
              <a:t>Loss </a:t>
            </a:r>
            <a:r>
              <a:rPr lang="zh-TW" altLang="en-US" dirty="0"/>
              <a:t>的曲線有無收斂</a:t>
            </a:r>
            <a:endParaRPr lang="en-US" altLang="zh-TW" dirty="0"/>
          </a:p>
          <a:p>
            <a:pPr marL="171450" indent="-171450">
              <a:buFontTx/>
              <a:buChar char="-"/>
            </a:pPr>
            <a:r>
              <a:rPr lang="zh-TW" altLang="en-US" dirty="0"/>
              <a:t>機器學習的理論有很多方法</a:t>
            </a:r>
            <a:endParaRPr lang="en-US" altLang="zh-TW" dirty="0"/>
          </a:p>
          <a:p>
            <a:pPr marL="171450" indent="-171450">
              <a:buFontTx/>
              <a:buChar char="-"/>
            </a:pPr>
            <a:r>
              <a:rPr lang="zh-TW" altLang="en-US" dirty="0"/>
              <a:t>其他準則</a:t>
            </a:r>
            <a:endParaRPr lang="en-US" altLang="zh-TW" dirty="0"/>
          </a:p>
          <a:p>
            <a:pPr marL="171450" indent="-171450">
              <a:buFontTx/>
              <a:buChar char="-"/>
            </a:pPr>
            <a:r>
              <a:rPr lang="en-US" altLang="zh-TW" dirty="0"/>
              <a:t>E.g. </a:t>
            </a:r>
          </a:p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10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015624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Epoch-loss</a:t>
            </a:r>
            <a:r>
              <a:rPr lang="zh-TW" altLang="en-US" dirty="0"/>
              <a:t>的相對關係圖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11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212385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確認真的模型有收斂</a:t>
            </a:r>
            <a:endParaRPr lang="en-US" altLang="zh-TW" dirty="0"/>
          </a:p>
          <a:p>
            <a:r>
              <a:rPr lang="zh-TW" altLang="en-US" dirty="0"/>
              <a:t>根據不同</a:t>
            </a:r>
            <a:r>
              <a:rPr lang="en-US" altLang="zh-TW" dirty="0"/>
              <a:t>epoch</a:t>
            </a:r>
            <a:r>
              <a:rPr lang="zh-TW" altLang="en-US" dirty="0"/>
              <a:t>的收斂程度</a:t>
            </a:r>
            <a:endParaRPr lang="en-US" altLang="zh-TW" dirty="0"/>
          </a:p>
          <a:p>
            <a:endParaRPr lang="en-US" dirty="0"/>
          </a:p>
          <a:p>
            <a:r>
              <a:rPr lang="zh-TW" altLang="en-US" dirty="0"/>
              <a:t>真正價值會再子麼把架構訂出來 怎麼驗證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12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834230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Normalization：</a:t>
            </a:r>
            <a:r>
              <a:rPr lang="zh-TW" altLang="en-US" dirty="0"/>
              <a:t>無（未使用 </a:t>
            </a:r>
            <a:r>
              <a:rPr lang="en-US" dirty="0"/>
              <a:t>BN/LN）。</a:t>
            </a:r>
          </a:p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13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175988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18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713525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zh-TW" altLang="en-US" dirty="0"/>
              <a:t>叫</a:t>
            </a:r>
            <a:r>
              <a:rPr lang="en-US" altLang="zh-TW" dirty="0"/>
              <a:t>AI</a:t>
            </a:r>
            <a:r>
              <a:rPr lang="zh-TW" altLang="en-US" dirty="0"/>
              <a:t>篩網路上類似專案去找學的方法 </a:t>
            </a:r>
            <a:r>
              <a:rPr lang="en-US" altLang="zh-TW" dirty="0"/>
              <a:t>e.g. </a:t>
            </a:r>
            <a:r>
              <a:rPr lang="zh-TW" altLang="en-US" dirty="0"/>
              <a:t> 寫進書的書 </a:t>
            </a:r>
            <a:r>
              <a:rPr lang="en-US" altLang="zh-TW" dirty="0"/>
              <a:t>/ </a:t>
            </a:r>
            <a:r>
              <a:rPr lang="en-US" altLang="zh-TW" dirty="0" err="1"/>
              <a:t>github</a:t>
            </a:r>
            <a:r>
              <a:rPr lang="en-US" altLang="zh-TW" dirty="0"/>
              <a:t> repo </a:t>
            </a:r>
            <a:r>
              <a:rPr lang="zh-TW" altLang="en-US" dirty="0"/>
              <a:t>超過</a:t>
            </a:r>
            <a:r>
              <a:rPr lang="en-US" altLang="zh-TW" dirty="0"/>
              <a:t>?</a:t>
            </a:r>
            <a:r>
              <a:rPr lang="zh-TW" altLang="en-US" dirty="0"/>
              <a:t>星 </a:t>
            </a:r>
            <a:endParaRPr lang="en-US" altLang="zh-TW" dirty="0"/>
          </a:p>
          <a:p>
            <a:pPr marL="171450" indent="-171450">
              <a:buFontTx/>
              <a:buChar char="-"/>
            </a:pPr>
            <a:r>
              <a:rPr lang="zh-TW" altLang="en-US" dirty="0"/>
              <a:t>怎麼做的方法來源</a:t>
            </a:r>
            <a:endParaRPr lang="en-US" altLang="zh-TW" dirty="0"/>
          </a:p>
          <a:p>
            <a:endParaRPr lang="en-US" dirty="0"/>
          </a:p>
          <a:p>
            <a:pPr marL="171450" indent="-171450">
              <a:buFontTx/>
              <a:buChar char="-"/>
            </a:pPr>
            <a:r>
              <a:rPr lang="zh-TW" altLang="en-US" dirty="0"/>
              <a:t>還要再確認的關於模型的部分：</a:t>
            </a:r>
            <a:endParaRPr lang="en-US" altLang="zh-TW" dirty="0"/>
          </a:p>
          <a:p>
            <a:pPr marL="171450" indent="-171450">
              <a:buFontTx/>
              <a:buChar char="-"/>
            </a:pPr>
            <a:endParaRPr lang="en-US" altLang="zh-TW" dirty="0"/>
          </a:p>
          <a:p>
            <a:pPr marL="171450" indent="-171450">
              <a:buFontTx/>
              <a:buChar char="-"/>
            </a:pPr>
            <a:r>
              <a:rPr lang="zh-TW" altLang="en-US" dirty="0"/>
              <a:t>把精力放在怎麼樣去規劃那個系統</a:t>
            </a:r>
            <a:r>
              <a:rPr lang="en-US" altLang="zh-TW" dirty="0"/>
              <a:t>(</a:t>
            </a:r>
            <a:r>
              <a:rPr lang="zh-TW" altLang="en-US" dirty="0"/>
              <a:t>規劃！！只要大概知道</a:t>
            </a:r>
            <a:r>
              <a:rPr lang="en-US" altLang="zh-TW" dirty="0" err="1"/>
              <a:t>verilog</a:t>
            </a:r>
            <a:r>
              <a:rPr lang="en-US" altLang="zh-TW" dirty="0"/>
              <a:t>/</a:t>
            </a:r>
            <a:r>
              <a:rPr lang="zh-TW" altLang="en-US" dirty="0"/>
              <a:t>語法</a:t>
            </a:r>
            <a:endParaRPr lang="en-US" altLang="zh-TW" dirty="0"/>
          </a:p>
          <a:p>
            <a:pPr marL="171450" indent="-171450">
              <a:buFontTx/>
              <a:buChar char="-"/>
            </a:pPr>
            <a:endParaRPr lang="en-US" altLang="zh-TW" dirty="0"/>
          </a:p>
          <a:p>
            <a:pPr marL="171450" indent="-171450">
              <a:buFontTx/>
              <a:buChar char="-"/>
            </a:pPr>
            <a:r>
              <a:rPr lang="zh-TW" altLang="en-US" dirty="0"/>
              <a:t>像是</a:t>
            </a:r>
            <a:r>
              <a:rPr lang="en-US" altLang="zh-TW" dirty="0"/>
              <a:t>high through-put / power</a:t>
            </a:r>
            <a:r>
              <a:rPr lang="zh-TW" altLang="en-US" dirty="0"/>
              <a:t>之類的</a:t>
            </a:r>
            <a:endParaRPr lang="en-US" altLang="zh-TW" dirty="0"/>
          </a:p>
          <a:p>
            <a:pPr marL="171450" indent="-171450">
              <a:buFontTx/>
              <a:buChar char="-"/>
            </a:pPr>
            <a:r>
              <a:rPr lang="en-US" altLang="zh-TW" dirty="0"/>
              <a:t>RTL</a:t>
            </a:r>
            <a:r>
              <a:rPr lang="zh-TW" altLang="en-US" dirty="0"/>
              <a:t>用完之後</a:t>
            </a:r>
            <a:endParaRPr lang="en-US" altLang="zh-TW" dirty="0"/>
          </a:p>
          <a:p>
            <a:endParaRPr lang="en-US" dirty="0"/>
          </a:p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19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86060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05/07/2026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866760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05/07/2026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50050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05/07/2026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00281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05/07/2026</a:t>
            </a:fld>
            <a:endParaRPr lang="LID4096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88805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05/07/2026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323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05/07/2026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82315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05/07/2026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15763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05/07/2026</a:t>
            </a:fld>
            <a:endParaRPr lang="LID4096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LID4096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02784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BF79C6ED-AE69-4A5C-8CA4-3CC54320761B}" type="datetimeFigureOut">
              <a:rPr lang="LID4096" smtClean="0"/>
              <a:t>05/07/2026</a:t>
            </a:fld>
            <a:endParaRPr lang="LID4096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LID4096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4266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05/07/2026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25025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05/07/2026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75196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BF79C6ED-AE69-4A5C-8CA4-3CC54320761B}" type="datetimeFigureOut">
              <a:rPr lang="LID4096" smtClean="0"/>
              <a:t>05/07/2026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25466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6B121-B85C-F2AB-29D7-08AB5A5ADC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Meeting</a:t>
            </a:r>
            <a:r>
              <a:rPr lang="zh-TW" altLang="en-US" dirty="0"/>
              <a:t> 簡報 </a:t>
            </a:r>
            <a:r>
              <a:rPr lang="en-US" altLang="zh-TW" dirty="0"/>
              <a:t>W11</a:t>
            </a:r>
            <a:endParaRPr lang="LID4096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5F4C7F-40F0-B145-3F60-7603287658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李後燁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971296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5E1397-E4AE-0BA2-53CB-9F568DB91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774BBDE-F6A8-CA31-8733-D631DC53E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734731A-4C85-E0AE-AEB7-E509DFA4A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A74A4BE-0C51-842E-97AA-8415BD210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5DB0E3-78F6-24EB-0D4C-02DBD1A5A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zh-TW" altLang="en-US" sz="4000" dirty="0">
                <a:solidFill>
                  <a:srgbClr val="FFFFFF"/>
                </a:solidFill>
              </a:rPr>
              <a:t>這周</a:t>
            </a:r>
            <a:endParaRPr lang="LID4096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B9F61-590F-0BBA-3D61-D7E8DF903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694" y="800100"/>
            <a:ext cx="5955263" cy="4655820"/>
          </a:xfrm>
        </p:spPr>
        <p:txBody>
          <a:bodyPr anchor="ctr">
            <a:normAutofit/>
          </a:bodyPr>
          <a:lstStyle/>
          <a:p>
            <a:r>
              <a:rPr lang="zh-TW" altLang="en-US" sz="2800" dirty="0"/>
              <a:t>把原本的模型直接放到舊模型上</a:t>
            </a:r>
            <a:endParaRPr lang="en-US" altLang="zh-TW" sz="2800" dirty="0"/>
          </a:p>
          <a:p>
            <a:r>
              <a:rPr lang="zh-TW" altLang="en-US" sz="2800" dirty="0"/>
              <a:t>特徵</a:t>
            </a:r>
            <a:endParaRPr lang="en-US" altLang="zh-TW" sz="2800" dirty="0"/>
          </a:p>
          <a:p>
            <a:r>
              <a:rPr lang="en-US" altLang="zh-TW" sz="2800" dirty="0"/>
              <a:t>Training </a:t>
            </a:r>
          </a:p>
          <a:p>
            <a:r>
              <a:rPr lang="zh-TW" altLang="en-US" sz="2800" dirty="0"/>
              <a:t>回測</a:t>
            </a:r>
          </a:p>
        </p:txBody>
      </p:sp>
    </p:spTree>
    <p:extLst>
      <p:ext uri="{BB962C8B-B14F-4D97-AF65-F5344CB8AC3E}">
        <p14:creationId xmlns:p14="http://schemas.microsoft.com/office/powerpoint/2010/main" val="163742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F2B9C93-4557-EA4F-2CC9-4D61960ED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E0771-033F-E2C7-E86C-81C75C369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原本好好的模型</a:t>
            </a:r>
            <a:br>
              <a:rPr lang="en-US" altLang="zh-TW" dirty="0"/>
            </a:br>
            <a:r>
              <a:rPr lang="zh-TW" altLang="en-US" dirty="0"/>
              <a:t>在放到新資料上後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93C58-A41B-6D60-3532-A458D76B9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4704" y="407507"/>
            <a:ext cx="4815840" cy="5955635"/>
          </a:xfrm>
        </p:spPr>
        <p:txBody>
          <a:bodyPr>
            <a:normAutofit fontScale="85000" lnSpcReduction="10000"/>
          </a:bodyPr>
          <a:lstStyle/>
          <a:p>
            <a:r>
              <a:rPr lang="zh-TW" altLang="en-US" sz="2400" dirty="0"/>
              <a:t>變得超菜</a:t>
            </a:r>
            <a:endParaRPr lang="en-US" altLang="zh-TW" sz="2400" dirty="0"/>
          </a:p>
          <a:p>
            <a:pPr lvl="1"/>
            <a:endParaRPr lang="en-US" sz="1900" dirty="0">
              <a:sym typeface="Wingdings" panose="05000000000000000000" pitchFamily="2" charset="2"/>
            </a:endParaRPr>
          </a:p>
          <a:p>
            <a:pPr lvl="1"/>
            <a:endParaRPr lang="en-US" sz="1900" dirty="0">
              <a:sym typeface="Wingdings" panose="05000000000000000000" pitchFamily="2" charset="2"/>
            </a:endParaRPr>
          </a:p>
          <a:p>
            <a:r>
              <a:rPr lang="zh-TW" altLang="en-US" sz="2200" dirty="0">
                <a:sym typeface="Wingdings" panose="05000000000000000000" pitchFamily="2" charset="2"/>
              </a:rPr>
              <a:t>推測可能原因：</a:t>
            </a:r>
            <a:endParaRPr lang="en-US" altLang="zh-TW" sz="2200" dirty="0">
              <a:sym typeface="Wingdings" panose="05000000000000000000" pitchFamily="2" charset="2"/>
            </a:endParaRPr>
          </a:p>
          <a:p>
            <a:pPr lvl="1"/>
            <a:r>
              <a:rPr lang="zh-TW" altLang="en-US" sz="1900" dirty="0">
                <a:sym typeface="Wingdings" panose="05000000000000000000" pitchFamily="2" charset="2"/>
              </a:rPr>
              <a:t>因為</a:t>
            </a:r>
            <a:r>
              <a:rPr lang="en-US" altLang="zh-TW" sz="1900" dirty="0">
                <a:sym typeface="Wingdings" panose="05000000000000000000" pitchFamily="2" charset="2"/>
              </a:rPr>
              <a:t>… </a:t>
            </a:r>
            <a:r>
              <a:rPr lang="zh-TW" altLang="en-US" sz="1900" dirty="0">
                <a:sym typeface="Wingdings" panose="05000000000000000000" pitchFamily="2" charset="2"/>
              </a:rPr>
              <a:t>所以推測可能是因為</a:t>
            </a:r>
            <a:r>
              <a:rPr lang="en-US" altLang="zh-TW" sz="1900" dirty="0">
                <a:sym typeface="Wingdings" panose="05000000000000000000" pitchFamily="2" charset="2"/>
              </a:rPr>
              <a:t>…</a:t>
            </a:r>
          </a:p>
          <a:p>
            <a:pPr lvl="1"/>
            <a:r>
              <a:rPr lang="en-US" sz="1900" dirty="0"/>
              <a:t>E.g. </a:t>
            </a:r>
            <a:r>
              <a:rPr lang="zh-TW" altLang="en-US" sz="1900" dirty="0"/>
              <a:t>訓練的資料量太少 剛好都在同一個趨勢下</a:t>
            </a:r>
            <a:endParaRPr lang="en-US" altLang="zh-TW" sz="1900" dirty="0"/>
          </a:p>
          <a:p>
            <a:pPr lvl="1"/>
            <a:r>
              <a:rPr lang="en-US" altLang="zh-TW" sz="1900" dirty="0"/>
              <a:t>(</a:t>
            </a:r>
            <a:r>
              <a:rPr lang="zh-TW" altLang="en-US" sz="1900" dirty="0"/>
              <a:t> </a:t>
            </a:r>
            <a:r>
              <a:rPr lang="en-US" altLang="zh-TW" sz="1900" dirty="0"/>
              <a:t>diffusion matrix</a:t>
            </a:r>
            <a:r>
              <a:rPr lang="zh-TW" altLang="en-US" sz="1900" dirty="0"/>
              <a:t>之類的支持</a:t>
            </a:r>
            <a:r>
              <a:rPr lang="en-US" altLang="zh-TW" sz="1900" dirty="0"/>
              <a:t>?)</a:t>
            </a:r>
          </a:p>
          <a:p>
            <a:pPr lvl="1"/>
            <a:r>
              <a:rPr lang="zh-TW" altLang="en-US" dirty="0"/>
              <a:t>時間戳記沒檢視 </a:t>
            </a:r>
            <a:r>
              <a:rPr lang="en-US" altLang="zh-TW" dirty="0"/>
              <a:t>(AI</a:t>
            </a:r>
            <a:r>
              <a:rPr lang="zh-TW" altLang="en-US" dirty="0"/>
              <a:t>的成果</a:t>
            </a:r>
            <a:endParaRPr lang="en-US" altLang="zh-TW" dirty="0"/>
          </a:p>
          <a:p>
            <a:pPr lvl="1"/>
            <a:r>
              <a:rPr lang="zh-TW" altLang="en-US" dirty="0"/>
              <a:t>資料切割變成隨機的</a:t>
            </a:r>
            <a:endParaRPr lang="en-US" altLang="zh-TW" dirty="0"/>
          </a:p>
          <a:p>
            <a:pPr lvl="1"/>
            <a:r>
              <a:rPr lang="zh-TW" altLang="en-US" dirty="0"/>
              <a:t>造勢策略太過樂觀</a:t>
            </a:r>
            <a:endParaRPr lang="en-US" altLang="zh-TW" dirty="0"/>
          </a:p>
          <a:p>
            <a:endParaRPr lang="en-US" sz="2200" dirty="0"/>
          </a:p>
          <a:p>
            <a:r>
              <a:rPr lang="zh-TW" altLang="en-US" sz="2200" dirty="0"/>
              <a:t>預計改善方法：</a:t>
            </a:r>
            <a:endParaRPr lang="en-US" altLang="zh-TW" sz="2200" dirty="0"/>
          </a:p>
          <a:p>
            <a:pPr lvl="1"/>
            <a:r>
              <a:rPr lang="zh-TW" altLang="en-US" sz="1900" dirty="0"/>
              <a:t>使用</a:t>
            </a:r>
            <a:r>
              <a:rPr lang="en-US" altLang="zh-TW" sz="1900" dirty="0"/>
              <a:t>z-scored</a:t>
            </a:r>
            <a:r>
              <a:rPr lang="zh-TW" altLang="en-US" sz="1900" dirty="0"/>
              <a:t>的資料</a:t>
            </a:r>
            <a:endParaRPr lang="en-US" altLang="zh-TW" sz="1900" dirty="0"/>
          </a:p>
          <a:p>
            <a:pPr lvl="1"/>
            <a:r>
              <a:rPr lang="zh-TW" altLang="en-US" sz="1900" dirty="0"/>
              <a:t>使用不同時間段的資料</a:t>
            </a:r>
            <a:endParaRPr lang="en-US" altLang="zh-TW" sz="1900" dirty="0"/>
          </a:p>
          <a:p>
            <a:pPr lvl="1"/>
            <a:r>
              <a:rPr lang="zh-TW" altLang="en-US" sz="1900" dirty="0"/>
              <a:t>繼續抓資料天天訓練</a:t>
            </a:r>
            <a:endParaRPr lang="en-US" altLang="zh-TW" sz="1900" dirty="0"/>
          </a:p>
          <a:p>
            <a:pPr lvl="1"/>
            <a:r>
              <a:rPr lang="zh-TW" altLang="en-US" sz="1900" dirty="0"/>
              <a:t>用不同時間跨度的資料 </a:t>
            </a:r>
            <a:r>
              <a:rPr lang="en-US" altLang="zh-TW" sz="1900" dirty="0"/>
              <a:t>(??</a:t>
            </a:r>
          </a:p>
          <a:p>
            <a:pPr lvl="1"/>
            <a:r>
              <a:rPr lang="zh-TW" altLang="en-US" sz="1900" dirty="0"/>
              <a:t>教我怎麼抓資料 我來幫忙抓？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3419951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1D086-8128-2BA8-6A33-0CF5AC253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zh-TW" altLang="en-US" dirty="0"/>
              <a:t>特徵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1E671-6DA4-B0C8-7ED3-7DCA215C0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1450" y="547077"/>
            <a:ext cx="5106670" cy="6103815"/>
          </a:xfrm>
        </p:spPr>
        <p:txBody>
          <a:bodyPr>
            <a:normAutofit/>
          </a:bodyPr>
          <a:lstStyle/>
          <a:p>
            <a:r>
              <a:rPr lang="en-US" sz="1600" b="1" dirty="0">
                <a:latin typeface="+mj-ea"/>
                <a:ea typeface="+mj-ea"/>
              </a:rPr>
              <a:t>Step 1（</a:t>
            </a:r>
            <a:r>
              <a:rPr lang="zh-TW" altLang="en-US" sz="1600" b="1" dirty="0">
                <a:latin typeface="+mj-ea"/>
                <a:ea typeface="+mj-ea"/>
              </a:rPr>
              <a:t>候選特徵建立）：上個版本的</a:t>
            </a:r>
            <a:endParaRPr lang="en-US" altLang="zh-TW" sz="1600" b="1" dirty="0">
              <a:latin typeface="+mj-ea"/>
              <a:ea typeface="+mj-ea"/>
            </a:endParaRPr>
          </a:p>
          <a:p>
            <a:pPr lvl="1"/>
            <a:r>
              <a:rPr lang="en-US" dirty="0">
                <a:latin typeface="+mj-ea"/>
                <a:ea typeface="+mj-ea"/>
              </a:rPr>
              <a:t>normalized_spread、micro_return、obi、weighted_mid_deviation、deep_obi、queue_imbalance、queue_imbalance_change、aggressor_imbalance_interval、rolling_signed_flow_ratio、trade_intensity_short、net_cancel_pressure、cancel_pressure_short </a:t>
            </a:r>
            <a:r>
              <a:rPr lang="zh-TW" altLang="en-US" dirty="0">
                <a:latin typeface="+mj-ea"/>
                <a:ea typeface="+mj-ea"/>
              </a:rPr>
              <a:t>等。</a:t>
            </a:r>
            <a:endParaRPr lang="en-US" altLang="zh-TW" dirty="0">
              <a:latin typeface="+mj-ea"/>
              <a:ea typeface="+mj-ea"/>
            </a:endParaRPr>
          </a:p>
          <a:p>
            <a:r>
              <a:rPr lang="en-US" sz="1600" b="1" dirty="0">
                <a:latin typeface="+mj-ea"/>
                <a:ea typeface="+mj-ea"/>
              </a:rPr>
              <a:t>Step 2（</a:t>
            </a:r>
            <a:r>
              <a:rPr lang="zh-TW" altLang="en-US" sz="1600" b="1" dirty="0">
                <a:latin typeface="+mj-ea"/>
                <a:ea typeface="+mj-ea"/>
              </a:rPr>
              <a:t>建立 </a:t>
            </a:r>
            <a:r>
              <a:rPr lang="en-US" sz="1600" b="1" dirty="0">
                <a:latin typeface="+mj-ea"/>
                <a:ea typeface="+mj-ea"/>
              </a:rPr>
              <a:t>label）：</a:t>
            </a:r>
          </a:p>
          <a:p>
            <a:pPr lvl="1"/>
            <a:r>
              <a:rPr lang="zh-TW" altLang="en-US" dirty="0">
                <a:latin typeface="+mj-ea"/>
                <a:ea typeface="+mj-ea"/>
              </a:rPr>
              <a:t>每筆樣本使用過去 </a:t>
            </a:r>
            <a:r>
              <a:rPr lang="en-US" dirty="0" err="1">
                <a:latin typeface="+mj-ea"/>
                <a:ea typeface="+mj-ea"/>
              </a:rPr>
              <a:t>window_size</a:t>
            </a:r>
            <a:r>
              <a:rPr lang="en-US" dirty="0">
                <a:latin typeface="+mj-ea"/>
                <a:ea typeface="+mj-ea"/>
              </a:rPr>
              <a:t>=100 </a:t>
            </a:r>
            <a:r>
              <a:rPr lang="zh-TW" altLang="en-US" dirty="0">
                <a:latin typeface="+mj-ea"/>
                <a:ea typeface="+mj-ea"/>
              </a:rPr>
              <a:t>個 </a:t>
            </a:r>
            <a:r>
              <a:rPr lang="en-US" dirty="0">
                <a:latin typeface="+mj-ea"/>
                <a:ea typeface="+mj-ea"/>
              </a:rPr>
              <a:t>events，</a:t>
            </a:r>
            <a:r>
              <a:rPr lang="zh-TW" altLang="en-US" dirty="0">
                <a:latin typeface="+mj-ea"/>
                <a:ea typeface="+mj-ea"/>
              </a:rPr>
              <a:t>預測未來 </a:t>
            </a:r>
            <a:r>
              <a:rPr lang="en-US" dirty="0">
                <a:latin typeface="+mj-ea"/>
                <a:ea typeface="+mj-ea"/>
              </a:rPr>
              <a:t>horizon=10 </a:t>
            </a:r>
            <a:r>
              <a:rPr lang="zh-TW" altLang="en-US" dirty="0">
                <a:latin typeface="+mj-ea"/>
                <a:ea typeface="+mj-ea"/>
              </a:rPr>
              <a:t>個 </a:t>
            </a:r>
            <a:r>
              <a:rPr lang="en-US" dirty="0">
                <a:latin typeface="+mj-ea"/>
                <a:ea typeface="+mj-ea"/>
              </a:rPr>
              <a:t>events </a:t>
            </a:r>
            <a:r>
              <a:rPr lang="zh-TW" altLang="en-US" dirty="0">
                <a:latin typeface="+mj-ea"/>
                <a:ea typeface="+mj-ea"/>
              </a:rPr>
              <a:t>內 </a:t>
            </a:r>
            <a:r>
              <a:rPr lang="en-US" dirty="0">
                <a:latin typeface="+mj-ea"/>
                <a:ea typeface="+mj-ea"/>
              </a:rPr>
              <a:t>mid-price </a:t>
            </a:r>
            <a:r>
              <a:rPr lang="zh-TW" altLang="en-US" dirty="0">
                <a:latin typeface="+mj-ea"/>
                <a:ea typeface="+mj-ea"/>
              </a:rPr>
              <a:t>是否移動超過 </a:t>
            </a:r>
            <a:r>
              <a:rPr lang="en-US" dirty="0" err="1">
                <a:latin typeface="+mj-ea"/>
                <a:ea typeface="+mj-ea"/>
              </a:rPr>
              <a:t>threshold_ticks</a:t>
            </a:r>
            <a:r>
              <a:rPr lang="en-US" dirty="0">
                <a:latin typeface="+mj-ea"/>
                <a:ea typeface="+mj-ea"/>
              </a:rPr>
              <a:t>=1.0。</a:t>
            </a:r>
          </a:p>
          <a:p>
            <a:pPr lvl="1"/>
            <a:r>
              <a:rPr lang="zh-TW" altLang="en-US" dirty="0">
                <a:latin typeface="+mj-ea"/>
                <a:ea typeface="+mj-ea"/>
              </a:rPr>
              <a:t>若未來 </a:t>
            </a:r>
            <a:r>
              <a:rPr lang="en-US" dirty="0">
                <a:latin typeface="+mj-ea"/>
                <a:ea typeface="+mj-ea"/>
              </a:rPr>
              <a:t>mid-price </a:t>
            </a:r>
            <a:r>
              <a:rPr lang="zh-TW" altLang="en-US" dirty="0">
                <a:latin typeface="+mj-ea"/>
                <a:ea typeface="+mj-ea"/>
              </a:rPr>
              <a:t>上升超過 </a:t>
            </a:r>
            <a:r>
              <a:rPr lang="en-US" altLang="zh-TW" dirty="0">
                <a:latin typeface="+mj-ea"/>
                <a:ea typeface="+mj-ea"/>
              </a:rPr>
              <a:t>1 </a:t>
            </a:r>
            <a:r>
              <a:rPr lang="en-US" dirty="0" err="1">
                <a:latin typeface="+mj-ea"/>
                <a:ea typeface="+mj-ea"/>
              </a:rPr>
              <a:t>tick，label</a:t>
            </a:r>
            <a:r>
              <a:rPr lang="en-US" dirty="0">
                <a:latin typeface="+mj-ea"/>
                <a:ea typeface="+mj-ea"/>
              </a:rPr>
              <a:t> </a:t>
            </a:r>
            <a:r>
              <a:rPr lang="zh-TW" altLang="en-US" dirty="0">
                <a:latin typeface="+mj-ea"/>
                <a:ea typeface="+mj-ea"/>
              </a:rPr>
              <a:t>為 </a:t>
            </a:r>
            <a:r>
              <a:rPr lang="en-US" dirty="0">
                <a:latin typeface="+mj-ea"/>
                <a:ea typeface="+mj-ea"/>
              </a:rPr>
              <a:t>Up；</a:t>
            </a:r>
            <a:r>
              <a:rPr lang="zh-TW" altLang="en-US" dirty="0">
                <a:latin typeface="+mj-ea"/>
                <a:ea typeface="+mj-ea"/>
              </a:rPr>
              <a:t>下降超過 </a:t>
            </a:r>
            <a:r>
              <a:rPr lang="en-US" altLang="zh-TW" dirty="0">
                <a:latin typeface="+mj-ea"/>
                <a:ea typeface="+mj-ea"/>
              </a:rPr>
              <a:t>1 </a:t>
            </a:r>
            <a:r>
              <a:rPr lang="en-US" dirty="0" err="1">
                <a:latin typeface="+mj-ea"/>
                <a:ea typeface="+mj-ea"/>
              </a:rPr>
              <a:t>tick，label</a:t>
            </a:r>
            <a:r>
              <a:rPr lang="en-US" dirty="0">
                <a:latin typeface="+mj-ea"/>
                <a:ea typeface="+mj-ea"/>
              </a:rPr>
              <a:t> </a:t>
            </a:r>
            <a:r>
              <a:rPr lang="zh-TW" altLang="en-US" dirty="0">
                <a:latin typeface="+mj-ea"/>
                <a:ea typeface="+mj-ea"/>
              </a:rPr>
              <a:t>為 </a:t>
            </a:r>
            <a:r>
              <a:rPr lang="en-US" dirty="0">
                <a:latin typeface="+mj-ea"/>
                <a:ea typeface="+mj-ea"/>
              </a:rPr>
              <a:t>Down；</a:t>
            </a:r>
            <a:r>
              <a:rPr lang="zh-TW" altLang="en-US" dirty="0">
                <a:latin typeface="+mj-ea"/>
                <a:ea typeface="+mj-ea"/>
              </a:rPr>
              <a:t>否則為 </a:t>
            </a:r>
            <a:r>
              <a:rPr lang="en-US" dirty="0">
                <a:latin typeface="+mj-ea"/>
                <a:ea typeface="+mj-ea"/>
              </a:rPr>
              <a:t>Stationary。</a:t>
            </a:r>
          </a:p>
          <a:p>
            <a:r>
              <a:rPr lang="en-US" sz="1600" b="1" dirty="0">
                <a:latin typeface="+mj-ea"/>
                <a:ea typeface="+mj-ea"/>
              </a:rPr>
              <a:t>Step 3（</a:t>
            </a:r>
            <a:r>
              <a:rPr lang="zh-TW" altLang="en-US" sz="1600" b="1" dirty="0">
                <a:latin typeface="+mj-ea"/>
                <a:ea typeface="+mj-ea"/>
              </a:rPr>
              <a:t>粗篩重要特徵）：</a:t>
            </a:r>
            <a:endParaRPr lang="en-US" altLang="zh-TW" sz="1600" b="1" dirty="0">
              <a:latin typeface="+mj-ea"/>
              <a:ea typeface="+mj-ea"/>
            </a:endParaRPr>
          </a:p>
          <a:p>
            <a:pPr lvl="1"/>
            <a:r>
              <a:rPr lang="zh-TW" altLang="en-US" dirty="0">
                <a:latin typeface="+mj-ea"/>
                <a:ea typeface="+mj-ea"/>
              </a:rPr>
              <a:t>因</a:t>
            </a:r>
            <a:r>
              <a:rPr lang="en-US" dirty="0">
                <a:latin typeface="+mj-ea"/>
                <a:ea typeface="+mj-ea"/>
              </a:rPr>
              <a:t>Random Forest </a:t>
            </a:r>
            <a:r>
              <a:rPr lang="zh-TW" altLang="en-US" dirty="0">
                <a:latin typeface="+mj-ea"/>
                <a:ea typeface="+mj-ea"/>
              </a:rPr>
              <a:t>不處理時間序列，取每個 </a:t>
            </a:r>
            <a:r>
              <a:rPr lang="en-US" dirty="0">
                <a:latin typeface="+mj-ea"/>
                <a:ea typeface="+mj-ea"/>
              </a:rPr>
              <a:t>window </a:t>
            </a:r>
            <a:r>
              <a:rPr lang="zh-TW" altLang="en-US" dirty="0">
                <a:latin typeface="+mj-ea"/>
                <a:ea typeface="+mj-ea"/>
              </a:rPr>
              <a:t>的最後一個 </a:t>
            </a:r>
            <a:r>
              <a:rPr lang="en-US" dirty="0" err="1">
                <a:latin typeface="+mj-ea"/>
                <a:ea typeface="+mj-ea"/>
              </a:rPr>
              <a:t>snapshot：X_seq</a:t>
            </a:r>
            <a:r>
              <a:rPr lang="en-US" dirty="0">
                <a:latin typeface="+mj-ea"/>
                <a:ea typeface="+mj-ea"/>
              </a:rPr>
              <a:t>[-1, :]。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3CC7AF-5C25-B5E9-431B-9A1B5B4593B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TW" altLang="en-US" dirty="0"/>
              <a:t>但這是</a:t>
            </a:r>
            <a:r>
              <a:rPr lang="en-US" altLang="zh-TW" dirty="0"/>
              <a:t>RANDOM FOREST</a:t>
            </a:r>
            <a:r>
              <a:rPr lang="zh-TW" altLang="en-US" dirty="0"/>
              <a:t>，又不是用</a:t>
            </a:r>
            <a:r>
              <a:rPr lang="en-US" altLang="zh-TW" dirty="0"/>
              <a:t>tcn</a:t>
            </a:r>
            <a:r>
              <a:rPr lang="zh-TW" altLang="en-US" dirty="0"/>
              <a:t>，不會有不準的問題嗎？</a:t>
            </a:r>
            <a:endParaRPr lang="LID4096" dirty="0"/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700729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Content Placeholder 5">
                <a:extLst>
                  <a:ext uri="{FF2B5EF4-FFF2-40B4-BE49-F238E27FC236}">
                    <a16:creationId xmlns:a16="http://schemas.microsoft.com/office/drawing/2014/main" id="{29B56105-E841-F5AE-1233-1BCB19308D64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821377" y="658409"/>
              <a:ext cx="10549245" cy="5819234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516415">
                      <a:extLst>
                        <a:ext uri="{9D8B030D-6E8A-4147-A177-3AD203B41FA5}">
                          <a16:colId xmlns:a16="http://schemas.microsoft.com/office/drawing/2014/main" val="1109811676"/>
                        </a:ext>
                      </a:extLst>
                    </a:gridCol>
                    <a:gridCol w="3516415">
                      <a:extLst>
                        <a:ext uri="{9D8B030D-6E8A-4147-A177-3AD203B41FA5}">
                          <a16:colId xmlns:a16="http://schemas.microsoft.com/office/drawing/2014/main" val="4114538381"/>
                        </a:ext>
                      </a:extLst>
                    </a:gridCol>
                    <a:gridCol w="3516415">
                      <a:extLst>
                        <a:ext uri="{9D8B030D-6E8A-4147-A177-3AD203B41FA5}">
                          <a16:colId xmlns:a16="http://schemas.microsoft.com/office/drawing/2014/main" val="3328975265"/>
                        </a:ext>
                      </a:extLst>
                    </a:gridCol>
                  </a:tblGrid>
                  <a:tr h="383049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Feature</a:t>
                          </a:r>
                          <a:endParaRPr lang="LID4096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TW" altLang="en-US" sz="2000" dirty="0"/>
                            <a:t>算法</a:t>
                          </a:r>
                          <a:endParaRPr lang="LID4096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TW" altLang="en-US" sz="2000" dirty="0"/>
                            <a:t>意義</a:t>
                          </a:r>
                          <a:endParaRPr lang="LID4096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0291835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ormalized_spread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𝐴𝑠𝑘</m:t>
                                </m:r>
                                <m:r>
                                  <a:rPr lang="en-US" sz="20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₁ − </m:t>
                                </m:r>
                                <m:r>
                                  <a:rPr lang="en-US" sz="20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𝐵𝑖𝑑</m:t>
                                </m:r>
                                <m:r>
                                  <a:rPr lang="en-US" sz="20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₁) / </m:t>
                                </m:r>
                                <m:r>
                                  <a:rPr lang="en-US" sz="20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𝑡𝑖𝑐𝑘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>
                              <a:effectLst/>
                            </a:rPr>
                            <a:t>買賣價差（成本代理）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57397257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micro_return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0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𝑚𝑖𝑑</m:t>
                                    </m:r>
                                  </m:e>
                                  <m:sub>
                                    <m:r>
                                      <a:rPr lang="en-US" sz="2000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sz="2000" i="1" dirty="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0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𝑚𝑖𝑑</m:t>
                                    </m:r>
                                  </m:e>
                                  <m:sub>
                                    <m:r>
                                      <a:rPr lang="en-US" sz="2000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000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a:rPr lang="en-US" sz="2000" i="1" dirty="0">
                                    <a:effectLst/>
                                    <a:latin typeface="Cambria Math" panose="02040503050406030204" pitchFamily="18" charset="0"/>
                                  </a:rPr>
                                  <m:t> / </m:t>
                                </m:r>
                                <m:r>
                                  <a:rPr lang="en-US" sz="2000" i="1" dirty="0">
                                    <a:effectLst/>
                                    <a:latin typeface="Cambria Math" panose="02040503050406030204" pitchFamily="18" charset="0"/>
                                  </a:rPr>
                                  <m:t>𝑡𝑖𝑐𝑘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>
                              <a:effectLst/>
                            </a:rPr>
                            <a:t>事件級中間價變動（動能）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2749818671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obi</a:t>
                          </a: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l-GR" sz="20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l-GR" sz="20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𝑏𝑖𝑑</m:t>
                                    </m:r>
                                    <m:r>
                                      <a:rPr lang="en-US" sz="2000" i="1" dirty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−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l-GR" sz="2000" i="0" dirty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𝑎𝑠𝑘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l-GR" sz="20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𝑏𝑖𝑑</m:t>
                                    </m:r>
                                    <m:r>
                                      <a:rPr lang="en-US" sz="2000" i="1" dirty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+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l-GR" sz="2000" i="0" dirty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𝑎𝑠𝑘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/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 dirty="0">
                              <a:effectLst/>
                            </a:rPr>
                            <a:t>全深度委託簿失衡 </a:t>
                          </a:r>
                          <a:r>
                            <a:rPr lang="en-US" altLang="zh-TW" sz="2000" dirty="0">
                              <a:effectLst/>
                            </a:rPr>
                            <a:t>(L1-5)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19985482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weighted_mid_deviation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𝑤𝑒𝑖𝑔h𝑡𝑒𝑑</m:t>
                                </m:r>
                                <m:r>
                                  <a:rPr lang="en-US" sz="2000" i="1" dirty="0" err="1">
                                    <a:effectLst/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2000" i="1" dirty="0" err="1">
                                    <a:effectLst/>
                                    <a:latin typeface="Cambria Math" panose="02040503050406030204" pitchFamily="18" charset="0"/>
                                  </a:rPr>
                                  <m:t>𝑚𝑖𝑑</m:t>
                                </m:r>
                                <m:r>
                                  <a:rPr lang="en-US" sz="2000" i="1" dirty="0">
                                    <a:effectLst/>
                                    <a:latin typeface="Cambria Math" panose="02040503050406030204" pitchFamily="18" charset="0"/>
                                  </a:rPr>
                                  <m:t> − </m:t>
                                </m:r>
                                <m:r>
                                  <a:rPr lang="en-US" sz="2000" i="1" dirty="0">
                                    <a:effectLst/>
                                    <a:latin typeface="Cambria Math" panose="02040503050406030204" pitchFamily="18" charset="0"/>
                                  </a:rPr>
                                  <m:t>𝑚𝑖𝑑</m:t>
                                </m:r>
                                <m:r>
                                  <a:rPr lang="en-US" sz="2000" i="1" dirty="0">
                                    <a:effectLst/>
                                    <a:latin typeface="Cambria Math" panose="02040503050406030204" pitchFamily="18" charset="0"/>
                                  </a:rPr>
                                  <m:t>) / </m:t>
                                </m:r>
                                <m:r>
                                  <a:rPr lang="en-US" sz="2000" i="1" dirty="0">
                                    <a:effectLst/>
                                    <a:latin typeface="Cambria Math" panose="02040503050406030204" pitchFamily="18" charset="0"/>
                                  </a:rPr>
                                  <m:t>𝑡𝑖𝑐𝑘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>
                              <a:effectLst/>
                            </a:rPr>
                            <a:t>量加權中間價偏離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1234897522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deep_obi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TW" altLang="en-US" sz="2000" dirty="0">
                              <a:effectLst/>
                            </a:rPr>
                            <a:t>同 </a:t>
                          </a:r>
                          <a:r>
                            <a:rPr lang="en-US" sz="2000" dirty="0">
                              <a:effectLst/>
                            </a:rPr>
                            <a:t>OBI </a:t>
                          </a:r>
                          <a:r>
                            <a:rPr lang="zh-TW" altLang="en-US" sz="2000" dirty="0">
                              <a:effectLst/>
                            </a:rPr>
                            <a:t>但只用 </a:t>
                          </a:r>
                          <a:r>
                            <a:rPr lang="en-US" sz="2000" dirty="0">
                              <a:effectLst/>
                            </a:rPr>
                            <a:t>L2-5</a:t>
                          </a: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>
                              <a:effectLst/>
                            </a:rPr>
                            <a:t>深層委託簿失衡（背後力量）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1054621877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queue_imbalance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l-GR" sz="20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l-GR" sz="20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𝑏𝑖𝑑</m:t>
                                    </m:r>
                                    <m:r>
                                      <a:rPr lang="en-US" sz="2000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000" i="1" dirty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l-GR" sz="2000" i="0" dirty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𝑎𝑠𝑘</m:t>
                                    </m:r>
                                    <m:r>
                                      <a:rPr lang="en-US" sz="2000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l-GR" sz="20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𝑏𝑖𝑑</m:t>
                                    </m:r>
                                    <m:r>
                                      <a:rPr lang="en-US" sz="2000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000" i="1" dirty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+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l-GR" sz="2000" i="0" dirty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𝑎𝑠𝑘</m:t>
                                    </m:r>
                                    <m:r>
                                      <a:rPr lang="en-US" sz="2000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 dirty="0">
                              <a:effectLst/>
                            </a:rPr>
                            <a:t>最佳一檔即時壓力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482664114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queue_imbalance_change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sz="20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20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𝑖𝑚𝑏</m:t>
                                </m:r>
                                <m:r>
                                  <a:rPr lang="en-US" sz="20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20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2000" i="1" dirty="0">
                                    <a:effectLst/>
                                    <a:latin typeface="Cambria Math" panose="02040503050406030204" pitchFamily="18" charset="0"/>
                                  </a:rPr>
                                  <m:t> − </m:t>
                                </m:r>
                                <m:r>
                                  <a:rPr lang="en-US" sz="2000" i="1" dirty="0" err="1">
                                    <a:effectLst/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sz="2000" i="1" dirty="0" err="1">
                                    <a:effectLst/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2000" i="1" dirty="0" err="1">
                                    <a:effectLst/>
                                    <a:latin typeface="Cambria Math" panose="02040503050406030204" pitchFamily="18" charset="0"/>
                                  </a:rPr>
                                  <m:t>𝑖𝑚𝑏</m:t>
                                </m:r>
                                <m:r>
                                  <a:rPr lang="en-US" sz="2000" i="1" dirty="0">
                                    <a:effectLst/>
                                    <a:latin typeface="Cambria Math" panose="02040503050406030204" pitchFamily="18" charset="0"/>
                                  </a:rPr>
                                  <m:t>_{</m:t>
                                </m:r>
                                <m:r>
                                  <a:rPr lang="en-US" sz="2000" i="1" dirty="0">
                                    <a:effectLst/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2000" i="1" dirty="0">
                                    <a:effectLst/>
                                    <a:latin typeface="Cambria Math" panose="02040503050406030204" pitchFamily="18" charset="0"/>
                                  </a:rPr>
                                  <m:t>−1}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>
                              <a:effectLst/>
                            </a:rPr>
                            <a:t>委託壓力方向變化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1821449778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aggressor_imbalance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nn-NO" sz="20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nn-NO" sz="20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  <m:d>
                                      <m:dPr>
                                        <m:ctrlPr>
                                          <a:rPr lang="nn-NO" sz="2000" i="1" dirty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nn-NO" sz="2000" i="1" dirty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𝑠𝑖𝑔</m:t>
                                        </m:r>
                                        <m:sSub>
                                          <m:sSubPr>
                                            <m:ctrlPr>
                                              <a:rPr lang="nn-NO" sz="2000" i="1" dirty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nn-NO" sz="2000" i="1" dirty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  <m:sub>
                                            <m:r>
                                              <a:rPr lang="nn-NO" sz="2000" i="1" dirty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nn-NO" sz="2000" i="1" dirty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·</m:t>
                                        </m:r>
                                        <m:sSub>
                                          <m:sSubPr>
                                            <m:ctrlPr>
                                              <a:rPr lang="nn-NO" sz="2000" i="1" dirty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nn-NO" sz="2000" i="1" dirty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𝑉</m:t>
                                            </m:r>
                                          </m:e>
                                          <m:sub>
                                            <m:r>
                                              <a:rPr lang="nn-NO" sz="2000" i="1" dirty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nn-NO" sz="20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  <m:r>
                                      <a:rPr lang="nn-NO" sz="2000" i="1" dirty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  <m:r>
                                      <a:rPr lang="nn-NO" sz="2000" i="1" dirty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a:rPr lang="nn-NO" sz="2000" i="1" dirty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/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>
                              <a:effectLst/>
                            </a:rPr>
                            <a:t>淨主動方向 </a:t>
                          </a:r>
                          <a:r>
                            <a:rPr lang="en-US" altLang="zh-TW" sz="2000">
                              <a:effectLst/>
                            </a:rPr>
                            <a:t>(</a:t>
                          </a:r>
                          <a:r>
                            <a:rPr lang="en-US" sz="2000">
                              <a:effectLst/>
                            </a:rPr>
                            <a:t>interval OFI)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1683979858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signed_flow_ratio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TW" altLang="en-US" sz="2000" dirty="0">
                              <a:effectLst/>
                            </a:rPr>
                            <a:t>滾動 </a:t>
                          </a:r>
                          <a:r>
                            <a:rPr lang="en-US" altLang="zh-TW" sz="2000" dirty="0">
                              <a:effectLst/>
                            </a:rPr>
                            <a:t>N </a:t>
                          </a:r>
                          <a:r>
                            <a:rPr lang="zh-TW" altLang="en-US" sz="2000" dirty="0">
                              <a:effectLst/>
                            </a:rPr>
                            <a:t>筆淨成交流向比率</a:t>
                          </a: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>
                              <a:effectLst/>
                            </a:rPr>
                            <a:t>近期 </a:t>
                          </a:r>
                          <a:r>
                            <a:rPr lang="en-US" sz="2000">
                              <a:effectLst/>
                            </a:rPr>
                            <a:t>Order Flow Imbalance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3750855251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trade_intensity_short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TW" altLang="en-US" sz="2000" dirty="0">
                              <a:effectLst/>
                            </a:rPr>
                            <a:t>近期 </a:t>
                          </a:r>
                          <a:r>
                            <a:rPr lang="en-US" sz="2000" dirty="0">
                              <a:effectLst/>
                            </a:rPr>
                            <a:t>N quote </a:t>
                          </a:r>
                          <a:r>
                            <a:rPr lang="zh-TW" altLang="en-US" sz="2000" dirty="0">
                              <a:effectLst/>
                            </a:rPr>
                            <a:t>內成交數</a:t>
                          </a: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 dirty="0">
                              <a:effectLst/>
                            </a:rPr>
                            <a:t>短期市場活躍度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2312833594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net_cancel_pressure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TW" altLang="en-US" sz="2000" dirty="0">
                              <a:effectLst/>
                            </a:rPr>
                            <a:t>最佳一檔掛單量減少代理值</a:t>
                          </a: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>
                              <a:effectLst/>
                            </a:rPr>
                            <a:t>撤單壓力（流動性消失）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1080456217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cancel_pressure_short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TW" altLang="en-US" sz="2000" dirty="0">
                              <a:effectLst/>
                            </a:rPr>
                            <a:t>短視窗撤單壓力滾動值</a:t>
                          </a: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 dirty="0">
                              <a:effectLst/>
                            </a:rPr>
                            <a:t>即時流動性不穩定訊號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328015956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Content Placeholder 5">
                <a:extLst>
                  <a:ext uri="{FF2B5EF4-FFF2-40B4-BE49-F238E27FC236}">
                    <a16:creationId xmlns:a16="http://schemas.microsoft.com/office/drawing/2014/main" id="{29B56105-E841-F5AE-1233-1BCB19308D64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343700181"/>
                  </p:ext>
                </p:extLst>
              </p:nvPr>
            </p:nvGraphicFramePr>
            <p:xfrm>
              <a:off x="821377" y="658409"/>
              <a:ext cx="10549245" cy="5819234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516415">
                      <a:extLst>
                        <a:ext uri="{9D8B030D-6E8A-4147-A177-3AD203B41FA5}">
                          <a16:colId xmlns:a16="http://schemas.microsoft.com/office/drawing/2014/main" val="1109811676"/>
                        </a:ext>
                      </a:extLst>
                    </a:gridCol>
                    <a:gridCol w="3516415">
                      <a:extLst>
                        <a:ext uri="{9D8B030D-6E8A-4147-A177-3AD203B41FA5}">
                          <a16:colId xmlns:a16="http://schemas.microsoft.com/office/drawing/2014/main" val="4114538381"/>
                        </a:ext>
                      </a:extLst>
                    </a:gridCol>
                    <a:gridCol w="3516415">
                      <a:extLst>
                        <a:ext uri="{9D8B030D-6E8A-4147-A177-3AD203B41FA5}">
                          <a16:colId xmlns:a16="http://schemas.microsoft.com/office/drawing/2014/main" val="3328975265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Feature</a:t>
                          </a:r>
                          <a:endParaRPr lang="LID4096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TW" altLang="en-US" sz="2000" dirty="0"/>
                            <a:t>算法</a:t>
                          </a:r>
                          <a:endParaRPr lang="LID4096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TW" altLang="en-US" sz="2000" dirty="0"/>
                            <a:t>意義</a:t>
                          </a:r>
                          <a:endParaRPr lang="LID4096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0291835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ormalized_spread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47625" marR="47625" marT="23813" marB="23813" anchor="ctr">
                        <a:blipFill>
                          <a:blip r:embed="rId3"/>
                          <a:stretch>
                            <a:fillRect l="-100000" t="-111111" r="-100519" b="-13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>
                              <a:effectLst/>
                            </a:rPr>
                            <a:t>買賣價差（成本代理）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57397257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micro_return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47625" marR="47625" marT="23813" marB="23813" anchor="ctr">
                        <a:blipFill>
                          <a:blip r:embed="rId3"/>
                          <a:stretch>
                            <a:fillRect l="-100000" t="-211111" r="-100519" b="-12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>
                              <a:effectLst/>
                            </a:rPr>
                            <a:t>事件級中間價變動（動能）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2749818671"/>
                      </a:ext>
                    </a:extLst>
                  </a:tr>
                  <a:tr h="65424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obi</a:t>
                          </a: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47625" marR="47625" marT="23813" marB="23813" anchor="ctr">
                        <a:blipFill>
                          <a:blip r:embed="rId3"/>
                          <a:stretch>
                            <a:fillRect l="-100000" t="-183178" r="-100519" b="-6317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 dirty="0">
                              <a:effectLst/>
                            </a:rPr>
                            <a:t>全深度委託簿失衡 </a:t>
                          </a:r>
                          <a:r>
                            <a:rPr lang="en-US" altLang="zh-TW" sz="2000" dirty="0">
                              <a:effectLst/>
                            </a:rPr>
                            <a:t>(L1-5)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19985482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weighted_mid_deviation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47625" marR="47625" marT="23813" marB="23813" anchor="ctr">
                        <a:blipFill>
                          <a:blip r:embed="rId3"/>
                          <a:stretch>
                            <a:fillRect l="-100000" t="-480952" r="-100519" b="-9730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>
                              <a:effectLst/>
                            </a:rPr>
                            <a:t>量加權中間價偏離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1234897522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deep_obi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TW" altLang="en-US" sz="2000" dirty="0">
                              <a:effectLst/>
                            </a:rPr>
                            <a:t>同 </a:t>
                          </a:r>
                          <a:r>
                            <a:rPr lang="en-US" sz="2000" dirty="0">
                              <a:effectLst/>
                            </a:rPr>
                            <a:t>OBI </a:t>
                          </a:r>
                          <a:r>
                            <a:rPr lang="zh-TW" altLang="en-US" sz="2000" dirty="0">
                              <a:effectLst/>
                            </a:rPr>
                            <a:t>但只用 </a:t>
                          </a:r>
                          <a:r>
                            <a:rPr lang="en-US" sz="2000" dirty="0">
                              <a:effectLst/>
                            </a:rPr>
                            <a:t>L2-5</a:t>
                          </a: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>
                              <a:effectLst/>
                            </a:rPr>
                            <a:t>深層委託簿失衡（背後力量）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1054621877"/>
                      </a:ext>
                    </a:extLst>
                  </a:tr>
                  <a:tr h="65424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queue_imbalance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47625" marR="47625" marT="23813" marB="23813" anchor="ctr">
                        <a:blipFill>
                          <a:blip r:embed="rId3"/>
                          <a:stretch>
                            <a:fillRect l="-100000" t="-400935" r="-100519" b="-4140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 dirty="0">
                              <a:effectLst/>
                            </a:rPr>
                            <a:t>最佳一檔即時壓力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482664114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queue_imbalance_change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47625" marR="47625" marT="23813" marB="23813" anchor="ctr">
                        <a:blipFill>
                          <a:blip r:embed="rId3"/>
                          <a:stretch>
                            <a:fillRect l="-100000" t="-850794" r="-100519" b="-60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>
                              <a:effectLst/>
                            </a:rPr>
                            <a:t>委託壓力方向變化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1821449778"/>
                      </a:ext>
                    </a:extLst>
                  </a:tr>
                  <a:tr h="66706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aggressor_imbalance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47625" marR="47625" marT="23813" marB="23813" anchor="ctr">
                        <a:blipFill>
                          <a:blip r:embed="rId3"/>
                          <a:stretch>
                            <a:fillRect l="-100000" t="-544545" r="-100519" b="-2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>
                              <a:effectLst/>
                            </a:rPr>
                            <a:t>淨主動方向 </a:t>
                          </a:r>
                          <a:r>
                            <a:rPr lang="en-US" altLang="zh-TW" sz="2000">
                              <a:effectLst/>
                            </a:rPr>
                            <a:t>(</a:t>
                          </a:r>
                          <a:r>
                            <a:rPr lang="en-US" sz="2000">
                              <a:effectLst/>
                            </a:rPr>
                            <a:t>interval OFI)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1683979858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signed_flow_ratio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TW" altLang="en-US" sz="2000" dirty="0">
                              <a:effectLst/>
                            </a:rPr>
                            <a:t>滾動 </a:t>
                          </a:r>
                          <a:r>
                            <a:rPr lang="en-US" altLang="zh-TW" sz="2000" dirty="0">
                              <a:effectLst/>
                            </a:rPr>
                            <a:t>N </a:t>
                          </a:r>
                          <a:r>
                            <a:rPr lang="zh-TW" altLang="en-US" sz="2000" dirty="0">
                              <a:effectLst/>
                            </a:rPr>
                            <a:t>筆淨成交流向比率</a:t>
                          </a: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>
                              <a:effectLst/>
                            </a:rPr>
                            <a:t>近期 </a:t>
                          </a:r>
                          <a:r>
                            <a:rPr lang="en-US" sz="2000">
                              <a:effectLst/>
                            </a:rPr>
                            <a:t>Order Flow Imbalance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3750855251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trade_intensity_short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TW" altLang="en-US" sz="2000" dirty="0">
                              <a:effectLst/>
                            </a:rPr>
                            <a:t>近期 </a:t>
                          </a:r>
                          <a:r>
                            <a:rPr lang="en-US" sz="2000" dirty="0">
                              <a:effectLst/>
                            </a:rPr>
                            <a:t>N quote </a:t>
                          </a:r>
                          <a:r>
                            <a:rPr lang="zh-TW" altLang="en-US" sz="2000" dirty="0">
                              <a:effectLst/>
                            </a:rPr>
                            <a:t>內成交數</a:t>
                          </a: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 dirty="0">
                              <a:effectLst/>
                            </a:rPr>
                            <a:t>短期市場活躍度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2312833594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net_cancel_pressure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TW" altLang="en-US" sz="2000" dirty="0">
                              <a:effectLst/>
                            </a:rPr>
                            <a:t>最佳一檔掛單量減少代理值</a:t>
                          </a: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>
                              <a:effectLst/>
                            </a:rPr>
                            <a:t>撤單壓力（流動性消失）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1080456217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cancel_pressure_short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TW" altLang="en-US" sz="2000" dirty="0">
                              <a:effectLst/>
                            </a:rPr>
                            <a:t>短視窗撤單壓力滾動值</a:t>
                          </a: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 dirty="0">
                              <a:effectLst/>
                            </a:rPr>
                            <a:t>即時流動性不穩定訊號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328015956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A7409C-2E10-E1C7-6A8F-161EE38288CB}"/>
              </a:ext>
            </a:extLst>
          </p:cNvPr>
          <p:cNvSpPr txBox="1">
            <a:spLocks/>
          </p:cNvSpPr>
          <p:nvPr/>
        </p:nvSpPr>
        <p:spPr>
          <a:xfrm>
            <a:off x="821377" y="237745"/>
            <a:ext cx="7729728" cy="3337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/>
              <a:t>前置：將</a:t>
            </a:r>
            <a:r>
              <a:rPr lang="en-US" altLang="zh-TW"/>
              <a:t>TW_replay</a:t>
            </a:r>
            <a:r>
              <a:rPr lang="zh-TW" altLang="en-US"/>
              <a:t>的資料轉成 </a:t>
            </a:r>
            <a:r>
              <a:rPr lang="en-US" altLang="zh-TW"/>
              <a:t>LOB</a:t>
            </a:r>
            <a:r>
              <a:rPr lang="zh-TW" altLang="en-US"/>
              <a:t>的五檔資料</a:t>
            </a:r>
            <a:endParaRPr lang="LID4096"/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377358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e image illustrates a trading rule in Chinese, describing how to determine the aggressor's direction (buy or sell) based on the trade price in relation to the midpoint, using tick direction.&#10;&#10;AI-generated content may be incorrect.">
            <a:extLst>
              <a:ext uri="{FF2B5EF4-FFF2-40B4-BE49-F238E27FC236}">
                <a16:creationId xmlns:a16="http://schemas.microsoft.com/office/drawing/2014/main" id="{8E915138-E1BA-E442-C522-37BE7A455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374" y="328195"/>
            <a:ext cx="3192866" cy="2872205"/>
          </a:xfrm>
          <a:prstGeom prst="rect">
            <a:avLst/>
          </a:prstGeom>
        </p:spPr>
      </p:pic>
      <p:pic>
        <p:nvPicPr>
          <p:cNvPr id="7" name="Picture 6" descr="Signed Flow Ratio&#10;&#10;AI-generated content may be incorrect.">
            <a:extLst>
              <a:ext uri="{FF2B5EF4-FFF2-40B4-BE49-F238E27FC236}">
                <a16:creationId xmlns:a16="http://schemas.microsoft.com/office/drawing/2014/main" id="{593206EC-6D01-4CF6-C031-123D96171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2111" y="628405"/>
            <a:ext cx="4293937" cy="2394195"/>
          </a:xfrm>
          <a:prstGeom prst="rect">
            <a:avLst/>
          </a:prstGeom>
        </p:spPr>
      </p:pic>
      <p:pic>
        <p:nvPicPr>
          <p:cNvPr id="9" name="Picture 8" descr="The image displays a technical trading indicator, specifically the 'trade intensity short' (￧ﾉﾹ￥ﾾﾵ10), which calculates the rolling count of trades in recent quote events, reflecting the intensity of market activity and often accompanied by high volatility.&#10;&#10;AI-generated content may be incorrect.">
            <a:extLst>
              <a:ext uri="{FF2B5EF4-FFF2-40B4-BE49-F238E27FC236}">
                <a16:creationId xmlns:a16="http://schemas.microsoft.com/office/drawing/2014/main" id="{3492A807-AEF0-ACE5-D37E-AF859270D1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685" y="3339916"/>
            <a:ext cx="4996515" cy="1405747"/>
          </a:xfrm>
          <a:prstGeom prst="rect">
            <a:avLst/>
          </a:prstGeom>
        </p:spPr>
      </p:pic>
      <p:pic>
        <p:nvPicPr>
          <p:cNvPr id="13" name="Picture 12" descr="The image displays a technical diagram illustrating a conditional statement for monitoring price changes, including variables for threshold and horizon, with annotations in Chinese.&#10;&#10;AI-generated content may be incorrect.">
            <a:extLst>
              <a:ext uri="{FF2B5EF4-FFF2-40B4-BE49-F238E27FC236}">
                <a16:creationId xmlns:a16="http://schemas.microsoft.com/office/drawing/2014/main" id="{64951F89-0ED4-329D-3092-2164B3B392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0765" y="2966326"/>
            <a:ext cx="4432300" cy="3558673"/>
          </a:xfrm>
          <a:prstGeom prst="rect">
            <a:avLst/>
          </a:prstGeom>
        </p:spPr>
      </p:pic>
      <p:pic>
        <p:nvPicPr>
          <p:cNvPr id="15" name="Picture 14" descr="The image depicts a technical diagram with a cancel button and a pressure calculation formula, accompanied by a Japanese explanation about the concept of optimal withdrawal quantity and its significance as an estimate for withdrawal pressure, which indicates market liquidity and price impact.&#10;&#10;AI-generated content may be incorrect.">
            <a:extLst>
              <a:ext uri="{FF2B5EF4-FFF2-40B4-BE49-F238E27FC236}">
                <a16:creationId xmlns:a16="http://schemas.microsoft.com/office/drawing/2014/main" id="{6380DB95-F23F-F264-D501-F22E8BB99F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154" y="5000953"/>
            <a:ext cx="6531735" cy="1102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62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77397-D0CD-0447-24B8-6794F0B1C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53DA4-D236-085F-0457-C8B6A759E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zh-TW" altLang="en-US" dirty="0"/>
              <a:t>特徵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435CD-4A90-F73D-333B-D656425C2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7781" y="499006"/>
            <a:ext cx="5636650" cy="5772638"/>
          </a:xfrm>
        </p:spPr>
        <p:txBody>
          <a:bodyPr>
            <a:normAutofit/>
          </a:bodyPr>
          <a:lstStyle/>
          <a:p>
            <a:r>
              <a:rPr lang="en-US" sz="1400" b="1" dirty="0">
                <a:latin typeface="+mj-ea"/>
                <a:ea typeface="+mj-ea"/>
              </a:rPr>
              <a:t>Step 4 ( Random Forest ranking )：</a:t>
            </a:r>
          </a:p>
          <a:p>
            <a:pPr lvl="1"/>
            <a:r>
              <a:rPr lang="zh-TW" altLang="en-US" sz="1400" dirty="0">
                <a:latin typeface="+mj-ea"/>
                <a:ea typeface="+mj-ea"/>
              </a:rPr>
              <a:t>使用 </a:t>
            </a:r>
            <a:r>
              <a:rPr lang="en-US" sz="1400" dirty="0" err="1">
                <a:latin typeface="+mj-ea"/>
                <a:ea typeface="+mj-ea"/>
              </a:rPr>
              <a:t>RandomForestClassifier</a:t>
            </a:r>
            <a:r>
              <a:rPr lang="en-US" sz="1400" dirty="0">
                <a:latin typeface="+mj-ea"/>
                <a:ea typeface="+mj-ea"/>
              </a:rPr>
              <a:t>(</a:t>
            </a:r>
            <a:r>
              <a:rPr lang="en-US" sz="1400" dirty="0" err="1">
                <a:latin typeface="+mj-ea"/>
                <a:ea typeface="+mj-ea"/>
              </a:rPr>
              <a:t>n_estimators</a:t>
            </a:r>
            <a:r>
              <a:rPr lang="en-US" sz="1400" dirty="0">
                <a:latin typeface="+mj-ea"/>
                <a:ea typeface="+mj-ea"/>
              </a:rPr>
              <a:t>=50, </a:t>
            </a:r>
            <a:r>
              <a:rPr lang="en-US" sz="1400" dirty="0" err="1">
                <a:latin typeface="+mj-ea"/>
                <a:ea typeface="+mj-ea"/>
              </a:rPr>
              <a:t>max_depth</a:t>
            </a:r>
            <a:r>
              <a:rPr lang="en-US" sz="1400" dirty="0">
                <a:latin typeface="+mj-ea"/>
                <a:ea typeface="+mj-ea"/>
              </a:rPr>
              <a:t>=10, </a:t>
            </a:r>
            <a:r>
              <a:rPr lang="en-US" sz="1400" dirty="0" err="1">
                <a:latin typeface="+mj-ea"/>
                <a:ea typeface="+mj-ea"/>
              </a:rPr>
              <a:t>n_jobs</a:t>
            </a:r>
            <a:r>
              <a:rPr lang="en-US" sz="1400" dirty="0">
                <a:latin typeface="+mj-ea"/>
                <a:ea typeface="+mj-ea"/>
              </a:rPr>
              <a:t>=-1, </a:t>
            </a:r>
            <a:r>
              <a:rPr lang="en-US" sz="1400" dirty="0" err="1">
                <a:latin typeface="+mj-ea"/>
                <a:ea typeface="+mj-ea"/>
              </a:rPr>
              <a:t>class_weight</a:t>
            </a:r>
            <a:r>
              <a:rPr lang="en-US" sz="1400" dirty="0">
                <a:latin typeface="+mj-ea"/>
                <a:ea typeface="+mj-ea"/>
              </a:rPr>
              <a:t>="balanced", </a:t>
            </a:r>
            <a:r>
              <a:rPr lang="en-US" sz="1400" dirty="0" err="1">
                <a:latin typeface="+mj-ea"/>
                <a:ea typeface="+mj-ea"/>
              </a:rPr>
              <a:t>random_state</a:t>
            </a:r>
            <a:r>
              <a:rPr lang="en-US" sz="1400" dirty="0">
                <a:latin typeface="+mj-ea"/>
                <a:ea typeface="+mj-ea"/>
              </a:rPr>
              <a:t>=42)</a:t>
            </a:r>
          </a:p>
          <a:p>
            <a:pPr lvl="1"/>
            <a:r>
              <a:rPr lang="zh-TW" altLang="en-US" sz="1400" dirty="0">
                <a:latin typeface="+mj-ea"/>
                <a:ea typeface="+mj-ea"/>
              </a:rPr>
              <a:t>計算每個特徵在樹模型切分中對降低 </a:t>
            </a:r>
            <a:r>
              <a:rPr lang="en-US" sz="1400" dirty="0">
                <a:latin typeface="+mj-ea"/>
                <a:ea typeface="+mj-ea"/>
              </a:rPr>
              <a:t>impurity </a:t>
            </a:r>
            <a:r>
              <a:rPr lang="zh-TW" altLang="en-US" sz="1400" dirty="0">
                <a:latin typeface="+mj-ea"/>
                <a:ea typeface="+mj-ea"/>
              </a:rPr>
              <a:t>的貢獻，並依照 </a:t>
            </a:r>
            <a:r>
              <a:rPr lang="en-US" sz="1400" dirty="0">
                <a:latin typeface="+mj-ea"/>
                <a:ea typeface="+mj-ea"/>
              </a:rPr>
              <a:t>importance </a:t>
            </a:r>
            <a:r>
              <a:rPr lang="zh-TW" altLang="en-US" sz="1400" dirty="0">
                <a:latin typeface="+mj-ea"/>
                <a:ea typeface="+mj-ea"/>
              </a:rPr>
              <a:t>由大到小排序</a:t>
            </a:r>
            <a:endParaRPr lang="en-US" altLang="zh-TW" sz="1400" dirty="0">
              <a:latin typeface="+mj-ea"/>
              <a:ea typeface="+mj-ea"/>
            </a:endParaRPr>
          </a:p>
          <a:p>
            <a:r>
              <a:rPr lang="en-US" sz="1400" b="1" dirty="0">
                <a:latin typeface="+mj-ea"/>
                <a:ea typeface="+mj-ea"/>
              </a:rPr>
              <a:t>Step 5 ( Rolling Z-score )</a:t>
            </a:r>
            <a:r>
              <a:rPr lang="zh-TW" altLang="en-US" sz="1400" b="1" dirty="0">
                <a:latin typeface="+mj-ea"/>
                <a:ea typeface="+mj-ea"/>
              </a:rPr>
              <a:t>：</a:t>
            </a:r>
            <a:endParaRPr lang="en-US" altLang="zh-TW" sz="1400" b="1" dirty="0">
              <a:latin typeface="+mj-ea"/>
              <a:ea typeface="+mj-ea"/>
            </a:endParaRPr>
          </a:p>
          <a:p>
            <a:pPr lvl="1"/>
            <a:r>
              <a:rPr lang="en-US" altLang="zh-TW" sz="1400" dirty="0" err="1">
                <a:latin typeface="+mj-ea"/>
                <a:ea typeface="+mj-ea"/>
              </a:rPr>
              <a:t>z_t</a:t>
            </a:r>
            <a:r>
              <a:rPr lang="en-US" altLang="zh-TW" sz="1400" dirty="0">
                <a:latin typeface="+mj-ea"/>
                <a:ea typeface="+mj-ea"/>
              </a:rPr>
              <a:t> = (</a:t>
            </a:r>
            <a:r>
              <a:rPr lang="en-US" altLang="zh-TW" sz="1400" dirty="0" err="1">
                <a:latin typeface="+mj-ea"/>
                <a:ea typeface="+mj-ea"/>
              </a:rPr>
              <a:t>x_t</a:t>
            </a:r>
            <a:r>
              <a:rPr lang="en-US" altLang="zh-TW" sz="1400" dirty="0">
                <a:latin typeface="+mj-ea"/>
                <a:ea typeface="+mj-ea"/>
              </a:rPr>
              <a:t> - </a:t>
            </a:r>
            <a:r>
              <a:rPr lang="el-GR" altLang="zh-TW" sz="1400" dirty="0">
                <a:latin typeface="+mj-ea"/>
                <a:ea typeface="+mj-ea"/>
              </a:rPr>
              <a:t>μ_</a:t>
            </a:r>
            <a:r>
              <a:rPr lang="en-US" altLang="zh-TW" sz="1400" dirty="0">
                <a:latin typeface="+mj-ea"/>
                <a:ea typeface="+mj-ea"/>
              </a:rPr>
              <a:t>t) / </a:t>
            </a:r>
            <a:r>
              <a:rPr lang="el-GR" altLang="zh-TW" sz="1400" dirty="0">
                <a:latin typeface="+mj-ea"/>
                <a:ea typeface="+mj-ea"/>
              </a:rPr>
              <a:t>σ_</a:t>
            </a:r>
            <a:r>
              <a:rPr lang="en-US" altLang="zh-TW" sz="1400" dirty="0">
                <a:latin typeface="+mj-ea"/>
                <a:ea typeface="+mj-ea"/>
              </a:rPr>
              <a:t>t</a:t>
            </a:r>
          </a:p>
          <a:p>
            <a:pPr lvl="1"/>
            <a:r>
              <a:rPr lang="en-US" altLang="zh-TW" sz="1400" dirty="0">
                <a:latin typeface="+mj-ea"/>
                <a:ea typeface="+mj-ea"/>
              </a:rPr>
              <a:t>t = 100~2000</a:t>
            </a:r>
          </a:p>
          <a:p>
            <a:pPr lvl="1"/>
            <a:r>
              <a:rPr lang="zh-TW" altLang="en-US" sz="1400" dirty="0">
                <a:latin typeface="+mj-ea"/>
                <a:ea typeface="+mj-ea"/>
              </a:rPr>
              <a:t>對每個 </a:t>
            </a:r>
            <a:r>
              <a:rPr lang="en-US" sz="1400" dirty="0">
                <a:latin typeface="+mj-ea"/>
                <a:ea typeface="+mj-ea"/>
              </a:rPr>
              <a:t>session </a:t>
            </a:r>
            <a:r>
              <a:rPr lang="zh-TW" altLang="en-US" sz="1400" dirty="0">
                <a:latin typeface="+mj-ea"/>
                <a:ea typeface="+mj-ea"/>
              </a:rPr>
              <a:t>內的 </a:t>
            </a:r>
            <a:r>
              <a:rPr lang="en-US" sz="1400" dirty="0">
                <a:latin typeface="+mj-ea"/>
                <a:ea typeface="+mj-ea"/>
              </a:rPr>
              <a:t>Top 8 features </a:t>
            </a:r>
            <a:r>
              <a:rPr lang="zh-TW" altLang="en-US" sz="1400" dirty="0">
                <a:latin typeface="+mj-ea"/>
                <a:ea typeface="+mj-ea"/>
              </a:rPr>
              <a:t>做 </a:t>
            </a:r>
            <a:r>
              <a:rPr lang="en-US" sz="1400" dirty="0">
                <a:latin typeface="+mj-ea"/>
                <a:ea typeface="+mj-ea"/>
              </a:rPr>
              <a:t>rolling z-score，</a:t>
            </a:r>
            <a:r>
              <a:rPr lang="zh-TW" altLang="en-US" sz="1400" dirty="0">
                <a:latin typeface="+mj-ea"/>
                <a:ea typeface="+mj-ea"/>
              </a:rPr>
              <a:t>避免跨日或跨 </a:t>
            </a:r>
            <a:r>
              <a:rPr lang="en-US" sz="1400" dirty="0">
                <a:latin typeface="+mj-ea"/>
                <a:ea typeface="+mj-ea"/>
              </a:rPr>
              <a:t>session </a:t>
            </a:r>
            <a:r>
              <a:rPr lang="zh-TW" altLang="en-US" sz="1400" dirty="0">
                <a:latin typeface="+mj-ea"/>
                <a:ea typeface="+mj-ea"/>
              </a:rPr>
              <a:t>的分布外洩，產生</a:t>
            </a:r>
            <a:r>
              <a:rPr lang="en-US" altLang="zh-TW" sz="1400" dirty="0">
                <a:latin typeface="+mj-ea"/>
                <a:ea typeface="+mj-ea"/>
              </a:rPr>
              <a:t>z-features.</a:t>
            </a:r>
          </a:p>
          <a:p>
            <a:r>
              <a:rPr lang="en-US" sz="1400" b="1" dirty="0">
                <a:latin typeface="+mj-ea"/>
              </a:rPr>
              <a:t>Step 6</a:t>
            </a:r>
            <a:r>
              <a:rPr lang="zh-TW" altLang="en-US" sz="1400" b="1" dirty="0">
                <a:latin typeface="+mj-ea"/>
              </a:rPr>
              <a:t> 固定模型輸入：</a:t>
            </a:r>
            <a:endParaRPr lang="en-US" altLang="zh-TW" sz="1400" b="1" dirty="0">
              <a:latin typeface="+mj-ea"/>
            </a:endParaRPr>
          </a:p>
          <a:p>
            <a:pPr lvl="1"/>
            <a:r>
              <a:rPr lang="en-US" sz="1400" dirty="0">
                <a:latin typeface="+mj-ea"/>
              </a:rPr>
              <a:t> </a:t>
            </a:r>
            <a:r>
              <a:rPr lang="zh-TW" altLang="en-US" sz="1400" dirty="0">
                <a:latin typeface="+mj-ea"/>
              </a:rPr>
              <a:t>會從 </a:t>
            </a:r>
            <a:r>
              <a:rPr lang="en-US" sz="1400" dirty="0">
                <a:latin typeface="+mj-ea"/>
              </a:rPr>
              <a:t>tcn_pipeline_utils.py </a:t>
            </a:r>
            <a:r>
              <a:rPr lang="zh-TW" altLang="en-US" sz="1400" dirty="0">
                <a:latin typeface="+mj-ea"/>
              </a:rPr>
              <a:t>匯入 </a:t>
            </a:r>
            <a:r>
              <a:rPr lang="en-US" sz="1400" dirty="0">
                <a:latin typeface="+mj-ea"/>
              </a:rPr>
              <a:t>TOP_8_FEATURES </a:t>
            </a:r>
            <a:r>
              <a:rPr lang="zh-TW" altLang="en-US" sz="1400" dirty="0">
                <a:latin typeface="+mj-ea"/>
              </a:rPr>
              <a:t>與 </a:t>
            </a:r>
            <a:r>
              <a:rPr lang="en-US" sz="1400" dirty="0">
                <a:latin typeface="+mj-ea"/>
              </a:rPr>
              <a:t>Z_FEATURES，</a:t>
            </a:r>
            <a:r>
              <a:rPr lang="zh-TW" altLang="en-US" sz="1400" dirty="0">
                <a:latin typeface="+mj-ea"/>
              </a:rPr>
              <a:t>再產生訓練資料。</a:t>
            </a:r>
            <a:endParaRPr lang="en-US" altLang="zh-TW" sz="1400" dirty="0">
              <a:latin typeface="+mj-ea"/>
            </a:endParaRPr>
          </a:p>
          <a:p>
            <a:r>
              <a:rPr lang="zh-TW" altLang="en-US" sz="1400" b="1" dirty="0">
                <a:latin typeface="+mj-ea"/>
              </a:rPr>
              <a:t>資料：</a:t>
            </a:r>
            <a:endParaRPr lang="en-US" altLang="zh-TW" sz="1400" b="1" dirty="0">
              <a:latin typeface="+mj-ea"/>
            </a:endParaRPr>
          </a:p>
          <a:p>
            <a:pPr lvl="1"/>
            <a:r>
              <a:rPr lang="en-US" sz="1400" dirty="0"/>
              <a:t>Train：886,133 samples（8 sessions：20260123Day/Night、20260126Day/Night ×</a:t>
            </a:r>
            <a:r>
              <a:rPr lang="zh-TW" altLang="en-US" sz="1400" dirty="0"/>
              <a:t>大台小台</a:t>
            </a:r>
            <a:r>
              <a:rPr lang="en-US" sz="1400" dirty="0"/>
              <a:t>）</a:t>
            </a:r>
          </a:p>
          <a:p>
            <a:pPr lvl="1"/>
            <a:r>
              <a:rPr lang="en-US" sz="1400" dirty="0"/>
              <a:t>Val：213,204 samples（2 sessions：20260127Day ×</a:t>
            </a:r>
            <a:r>
              <a:rPr lang="zh-TW" altLang="en-US" sz="1400" dirty="0"/>
              <a:t> 大台小台</a:t>
            </a:r>
            <a:r>
              <a:rPr lang="en-US" sz="1400" dirty="0"/>
              <a:t>）</a:t>
            </a:r>
          </a:p>
          <a:p>
            <a:pPr lvl="1"/>
            <a:r>
              <a:rPr lang="en-US" sz="1400" dirty="0"/>
              <a:t>Test：389,652 samples（2 sessions：20260127Night × </a:t>
            </a:r>
            <a:r>
              <a:rPr lang="zh-TW" altLang="en-US" sz="1400" dirty="0"/>
              <a:t>大台小台</a:t>
            </a:r>
            <a:r>
              <a:rPr lang="en-US" sz="1400" dirty="0"/>
              <a:t>）</a:t>
            </a:r>
          </a:p>
          <a:p>
            <a:pPr lvl="1"/>
            <a:endParaRPr lang="en-US" altLang="zh-TW" sz="1400" dirty="0">
              <a:latin typeface="+mj-ea"/>
            </a:endParaRPr>
          </a:p>
          <a:p>
            <a:pPr marL="0" indent="0">
              <a:buNone/>
            </a:pP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2C36BF-F9A0-A344-7795-24A4CCC4552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94411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5367A-E578-F080-5CCC-24C873C0A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4197C-CAD3-C79B-BEAA-9069E50B9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2A30F1-B796-9A74-86A7-F64B026AC5B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9F33F4-4B47-600F-1A62-E95A4AFA65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629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ontent Placeholder 6">
            <a:extLst>
              <a:ext uri="{FF2B5EF4-FFF2-40B4-BE49-F238E27FC236}">
                <a16:creationId xmlns:a16="http://schemas.microsoft.com/office/drawing/2014/main" id="{1E1D2B4E-F589-7DA2-3238-1A3AF7320D0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2011233"/>
              </p:ext>
            </p:extLst>
          </p:nvPr>
        </p:nvGraphicFramePr>
        <p:xfrm>
          <a:off x="276226" y="104775"/>
          <a:ext cx="11763374" cy="6657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50521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2167DC-A4D6-7D47-1AE0-7167A7ABDB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89"/>
          <a:stretch>
            <a:fillRect/>
          </a:stretch>
        </p:blipFill>
        <p:spPr>
          <a:xfrm>
            <a:off x="3239" y="984738"/>
            <a:ext cx="12185522" cy="5873262"/>
          </a:xfrm>
          <a:prstGeom prst="rect">
            <a:avLst/>
          </a:prstGeom>
        </p:spPr>
      </p:pic>
      <p:pic>
        <p:nvPicPr>
          <p:cNvPr id="8" name="Picture 7" descr="2. TRAINING&#10;&#10;AI-generated content may be incorrect.">
            <a:extLst>
              <a:ext uri="{FF2B5EF4-FFF2-40B4-BE49-F238E27FC236}">
                <a16:creationId xmlns:a16="http://schemas.microsoft.com/office/drawing/2014/main" id="{06DEC6E0-898E-8141-DFC3-89340900D75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27" t="4325" r="1027" b="2563"/>
          <a:stretch>
            <a:fillRect/>
          </a:stretch>
        </p:blipFill>
        <p:spPr>
          <a:xfrm>
            <a:off x="4587631" y="39075"/>
            <a:ext cx="3423138" cy="902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180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55C0B-60FE-917F-D457-BD7A3FBE5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training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CAFC1-4E0D-9770-C703-7840D240E2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6080" y="804671"/>
            <a:ext cx="4815840" cy="5791513"/>
          </a:xfrm>
        </p:spPr>
        <p:txBody>
          <a:bodyPr>
            <a:noAutofit/>
          </a:bodyPr>
          <a:lstStyle/>
          <a:p>
            <a:r>
              <a:rPr lang="en-US" altLang="zh-TW" sz="1400" b="1" dirty="0"/>
              <a:t>Label</a:t>
            </a:r>
            <a:endParaRPr lang="zh-TW" altLang="en-US" sz="1400" b="1" dirty="0"/>
          </a:p>
          <a:p>
            <a:pPr lvl="1"/>
            <a:r>
              <a:rPr lang="en-US" sz="1400" dirty="0" err="1"/>
              <a:t>window_size</a:t>
            </a:r>
            <a:r>
              <a:rPr lang="en-US" sz="1400" dirty="0"/>
              <a:t>=100、horizon=10、threshold_ticks=1.0。</a:t>
            </a:r>
          </a:p>
          <a:p>
            <a:pPr lvl="1"/>
            <a:r>
              <a:rPr lang="zh-TW" altLang="en-US" sz="1400" dirty="0"/>
              <a:t>使用端點</a:t>
            </a:r>
            <a:r>
              <a:rPr lang="en-US" altLang="zh-TW" sz="1400" dirty="0"/>
              <a:t>(</a:t>
            </a:r>
            <a:r>
              <a:rPr lang="en-US" sz="1400" dirty="0"/>
              <a:t>end-point) label：</a:t>
            </a:r>
            <a:r>
              <a:rPr lang="zh-TW" altLang="en-US" sz="1400" dirty="0"/>
              <a:t>比較 </a:t>
            </a:r>
            <a:r>
              <a:rPr lang="en-US" sz="1400" dirty="0"/>
              <a:t>decision time `t` </a:t>
            </a:r>
            <a:r>
              <a:rPr lang="zh-TW" altLang="en-US" sz="1400" dirty="0"/>
              <a:t>的 </a:t>
            </a:r>
            <a:r>
              <a:rPr lang="en-US" sz="1400" dirty="0"/>
              <a:t>mid-price(</a:t>
            </a:r>
            <a:r>
              <a:rPr lang="zh-TW" altLang="en-US" sz="1400" dirty="0"/>
              <a:t>以 </a:t>
            </a:r>
            <a:r>
              <a:rPr lang="en-US" sz="1400" dirty="0"/>
              <a:t>tick </a:t>
            </a:r>
            <a:r>
              <a:rPr lang="zh-TW" altLang="en-US" sz="1400" dirty="0"/>
              <a:t>單位</a:t>
            </a:r>
            <a:r>
              <a:rPr lang="en-US" altLang="zh-TW" sz="1400" dirty="0"/>
              <a:t>) </a:t>
            </a:r>
            <a:r>
              <a:rPr lang="zh-TW" altLang="en-US" sz="1400" dirty="0"/>
              <a:t>與 </a:t>
            </a:r>
            <a:r>
              <a:rPr lang="en-US" altLang="zh-TW" sz="1400" dirty="0"/>
              <a:t>`</a:t>
            </a:r>
            <a:r>
              <a:rPr lang="en-US" sz="1400" dirty="0" err="1"/>
              <a:t>t+horizon</a:t>
            </a:r>
            <a:r>
              <a:rPr lang="en-US" sz="1400" dirty="0"/>
              <a:t>` </a:t>
            </a:r>
            <a:r>
              <a:rPr lang="zh-TW" altLang="en-US" sz="1400" dirty="0"/>
              <a:t>的 </a:t>
            </a:r>
            <a:r>
              <a:rPr lang="en-US" sz="1400" dirty="0"/>
              <a:t>mid-price。</a:t>
            </a:r>
          </a:p>
          <a:p>
            <a:pPr lvl="1"/>
            <a:r>
              <a:rPr lang="zh-TW" altLang="en-US" sz="1400" dirty="0"/>
              <a:t>若 </a:t>
            </a:r>
            <a:r>
              <a:rPr lang="en-US" altLang="zh-TW" sz="1400" dirty="0"/>
              <a:t>`</a:t>
            </a:r>
            <a:r>
              <a:rPr lang="en-US" sz="1400" dirty="0"/>
              <a:t>mid[</a:t>
            </a:r>
            <a:r>
              <a:rPr lang="en-US" sz="1400" dirty="0" err="1"/>
              <a:t>t+h</a:t>
            </a:r>
            <a:r>
              <a:rPr lang="en-US" sz="1400" dirty="0"/>
              <a:t>]-mid[t] &gt; +1 tick` ⇒ Up(2)</a:t>
            </a:r>
          </a:p>
          <a:p>
            <a:pPr lvl="1"/>
            <a:r>
              <a:rPr lang="zh-TW" altLang="en-US" sz="1400" dirty="0"/>
              <a:t>若 </a:t>
            </a:r>
            <a:r>
              <a:rPr lang="en-US" altLang="zh-TW" sz="1400" dirty="0"/>
              <a:t>`</a:t>
            </a:r>
            <a:r>
              <a:rPr lang="en-US" sz="1400" dirty="0"/>
              <a:t>mid[</a:t>
            </a:r>
            <a:r>
              <a:rPr lang="en-US" sz="1400" dirty="0" err="1"/>
              <a:t>t+h</a:t>
            </a:r>
            <a:r>
              <a:rPr lang="en-US" sz="1400" dirty="0"/>
              <a:t>]-mid[t] &lt; -1 tick` ⇒ Down(0)</a:t>
            </a:r>
          </a:p>
          <a:p>
            <a:pPr lvl="1"/>
            <a:r>
              <a:rPr lang="zh-TW" altLang="en-US" sz="1400" dirty="0"/>
              <a:t>否則 ⇒ </a:t>
            </a:r>
            <a:r>
              <a:rPr lang="en-US" sz="1400" dirty="0"/>
              <a:t>Stationary(1)</a:t>
            </a:r>
          </a:p>
          <a:p>
            <a:endParaRPr lang="en-US" sz="1400" b="1" dirty="0"/>
          </a:p>
          <a:p>
            <a:r>
              <a:rPr lang="zh-TW" altLang="en-US" sz="1400" b="1" dirty="0"/>
              <a:t>訓練設定</a:t>
            </a:r>
            <a:br>
              <a:rPr lang="zh-TW" altLang="en-US" sz="1400" dirty="0"/>
            </a:br>
            <a:endParaRPr lang="zh-TW" altLang="en-US" sz="1400" dirty="0"/>
          </a:p>
          <a:p>
            <a:pPr lvl="1"/>
            <a:r>
              <a:rPr lang="en-US" sz="1400" dirty="0"/>
              <a:t>epochs=20、batch_size=1024。</a:t>
            </a:r>
          </a:p>
          <a:p>
            <a:pPr lvl="1"/>
            <a:r>
              <a:rPr lang="en-US" sz="1400" dirty="0" err="1"/>
              <a:t>optimizer：Adam</a:t>
            </a:r>
            <a:r>
              <a:rPr lang="en-US" sz="1400" dirty="0"/>
              <a:t>(</a:t>
            </a:r>
            <a:r>
              <a:rPr lang="en-US" sz="1400" dirty="0" err="1"/>
              <a:t>lr</a:t>
            </a:r>
            <a:r>
              <a:rPr lang="en-US" sz="1400" dirty="0"/>
              <a:t>=1e-3)。</a:t>
            </a:r>
          </a:p>
          <a:p>
            <a:pPr lvl="1"/>
            <a:r>
              <a:rPr lang="en-US" sz="1400" dirty="0"/>
              <a:t>loss：</a:t>
            </a:r>
            <a:r>
              <a:rPr lang="zh-TW" altLang="en-US" sz="1400" dirty="0"/>
              <a:t>加權 </a:t>
            </a:r>
            <a:r>
              <a:rPr lang="en-US" sz="1400" dirty="0" err="1"/>
              <a:t>CrossEntropyLoss（class</a:t>
            </a:r>
            <a:r>
              <a:rPr lang="en-US" sz="1400" dirty="0"/>
              <a:t> weights </a:t>
            </a:r>
            <a:r>
              <a:rPr lang="zh-TW" altLang="en-US" sz="1400" dirty="0"/>
              <a:t>由 </a:t>
            </a:r>
            <a:r>
              <a:rPr lang="en-US" sz="1400" dirty="0" err="1"/>
              <a:t>y_train</a:t>
            </a:r>
            <a:r>
              <a:rPr lang="en-US" sz="1400" dirty="0"/>
              <a:t> </a:t>
            </a:r>
            <a:r>
              <a:rPr lang="zh-TW" altLang="en-US" sz="1400" dirty="0"/>
              <a:t>反比計算）。</a:t>
            </a:r>
          </a:p>
          <a:p>
            <a:pPr lvl="1"/>
            <a:r>
              <a:rPr lang="zh-TW" altLang="en-US" sz="1400" dirty="0"/>
              <a:t>本次 </a:t>
            </a:r>
            <a:r>
              <a:rPr lang="en-US" sz="1400" dirty="0"/>
              <a:t>class weights：[67.3763, </a:t>
            </a:r>
            <a:r>
              <a:rPr lang="zh-TW" altLang="en-US" sz="1400" dirty="0"/>
              <a:t> </a:t>
            </a:r>
            <a:r>
              <a:rPr lang="en-US" sz="1400" dirty="0"/>
              <a:t>0.3366, </a:t>
            </a:r>
            <a:r>
              <a:rPr lang="zh-TW" altLang="en-US" sz="1400" dirty="0"/>
              <a:t> </a:t>
            </a:r>
            <a:r>
              <a:rPr lang="en-US" sz="1400" dirty="0"/>
              <a:t>69.9119]</a:t>
            </a:r>
            <a:br>
              <a:rPr lang="en-US" sz="1400" dirty="0"/>
            </a:br>
            <a:r>
              <a:rPr lang="en-US" sz="1400" dirty="0"/>
              <a:t>		（Down / Stationary / Up）。</a:t>
            </a:r>
          </a:p>
          <a:p>
            <a:pPr lvl="1"/>
            <a:r>
              <a:rPr lang="zh-TW" altLang="en-US" sz="1400" dirty="0"/>
              <a:t>未使用：</a:t>
            </a:r>
            <a:r>
              <a:rPr lang="en-US" sz="1400" dirty="0"/>
              <a:t>LR </a:t>
            </a:r>
            <a:r>
              <a:rPr lang="en-US" sz="1400" dirty="0" err="1"/>
              <a:t>scheduler、weight</a:t>
            </a:r>
            <a:r>
              <a:rPr lang="en-US" sz="1400" dirty="0"/>
              <a:t> </a:t>
            </a:r>
            <a:r>
              <a:rPr lang="en-US" sz="1400" dirty="0" err="1"/>
              <a:t>decay、gradient</a:t>
            </a:r>
            <a:r>
              <a:rPr lang="en-US" sz="1400" dirty="0"/>
              <a:t> </a:t>
            </a:r>
            <a:r>
              <a:rPr lang="en-US" sz="1400" dirty="0" err="1"/>
              <a:t>clipping、early</a:t>
            </a:r>
            <a:r>
              <a:rPr lang="en-US" sz="1400" dirty="0"/>
              <a:t> </a:t>
            </a:r>
            <a:r>
              <a:rPr lang="en-US" sz="1400" dirty="0" err="1"/>
              <a:t>stopping、checkpoint</a:t>
            </a:r>
            <a:r>
              <a:rPr lang="en-US" sz="1400" dirty="0"/>
              <a:t>/</a:t>
            </a:r>
            <a:r>
              <a:rPr lang="en-US" sz="1400" dirty="0" err="1"/>
              <a:t>resume、random</a:t>
            </a:r>
            <a:r>
              <a:rPr lang="en-US" sz="1400" dirty="0"/>
              <a:t> seed </a:t>
            </a:r>
            <a:r>
              <a:rPr lang="zh-TW" altLang="en-US" sz="1400" dirty="0"/>
              <a:t>固定（</a:t>
            </a:r>
            <a:r>
              <a:rPr lang="en-US" sz="1400" dirty="0"/>
              <a:t>torch/</a:t>
            </a:r>
            <a:r>
              <a:rPr lang="en-US" sz="1400" dirty="0" err="1"/>
              <a:t>numpy</a:t>
            </a:r>
            <a:r>
              <a:rPr lang="en-US" sz="1400" dirty="0"/>
              <a:t>）。</a:t>
            </a:r>
          </a:p>
          <a:p>
            <a:endParaRPr lang="LID4096"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586893-24EF-7C0E-6BD1-33A5676C3AD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71353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1C9B2-ED22-7534-0280-1D86ABCB1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EC6D16B-5BB3-E029-CB7E-928A36D76B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86000"/>
            <a:ext cx="6096000" cy="457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DDCCDE-06DD-2955-7989-8A35A22F38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286000"/>
            <a:ext cx="6096000" cy="4572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0C9FB00B-8E09-BACA-02D9-1A5F970EF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training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342446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E982A6B-83B3-1154-E5E2-7765F2266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7A226-9D26-BD04-BFC9-E889D868D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training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833E5-7BC3-1233-E71A-B3F257D65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6080" y="804671"/>
            <a:ext cx="5096412" cy="5791513"/>
          </a:xfrm>
        </p:spPr>
        <p:txBody>
          <a:bodyPr>
            <a:noAutofit/>
          </a:bodyPr>
          <a:lstStyle/>
          <a:p>
            <a:r>
              <a:rPr lang="zh-TW" altLang="en-US" b="1" dirty="0"/>
              <a:t>模型架構</a:t>
            </a:r>
            <a:endParaRPr lang="en-US" altLang="zh-TW" b="1" dirty="0"/>
          </a:p>
          <a:p>
            <a:pPr lvl="1"/>
            <a:r>
              <a:rPr lang="zh-TW" altLang="en-US" dirty="0"/>
              <a:t>模型：</a:t>
            </a:r>
            <a:r>
              <a:rPr lang="en-US" dirty="0"/>
              <a:t>3 </a:t>
            </a:r>
            <a:r>
              <a:rPr lang="zh-TW" altLang="en-US" dirty="0"/>
              <a:t>個 </a:t>
            </a:r>
            <a:r>
              <a:rPr lang="en-US" dirty="0" err="1"/>
              <a:t>TemporalBlock</a:t>
            </a:r>
            <a:endParaRPr lang="en-US" dirty="0"/>
          </a:p>
          <a:p>
            <a:pPr lvl="2"/>
            <a:r>
              <a:rPr lang="en-US" dirty="0" err="1"/>
              <a:t>channel_list</a:t>
            </a:r>
            <a:r>
              <a:rPr lang="en-US" dirty="0"/>
              <a:t>=[16,16,16]</a:t>
            </a:r>
          </a:p>
          <a:p>
            <a:pPr lvl="2"/>
            <a:r>
              <a:rPr lang="en-US" dirty="0" err="1"/>
              <a:t>kernel_size</a:t>
            </a:r>
            <a:r>
              <a:rPr lang="en-US" dirty="0"/>
              <a:t>=3</a:t>
            </a:r>
          </a:p>
          <a:p>
            <a:pPr lvl="2"/>
            <a:r>
              <a:rPr lang="en-US" dirty="0"/>
              <a:t>dropout=0.1</a:t>
            </a:r>
          </a:p>
          <a:p>
            <a:pPr lvl="1"/>
            <a:r>
              <a:rPr lang="en-US" dirty="0" err="1"/>
              <a:t>Activation：ReLU</a:t>
            </a:r>
            <a:endParaRPr lang="en-US" dirty="0"/>
          </a:p>
          <a:p>
            <a:pPr lvl="1"/>
            <a:r>
              <a:rPr lang="zh-TW" altLang="en-US" dirty="0"/>
              <a:t>參數量：</a:t>
            </a:r>
            <a:r>
              <a:rPr lang="en-US" altLang="zh-TW" dirty="0"/>
              <a:t>4,515</a:t>
            </a:r>
            <a:r>
              <a:rPr lang="zh-TW" altLang="en-US" dirty="0"/>
              <a:t>。</a:t>
            </a:r>
          </a:p>
          <a:p>
            <a:pPr lvl="1"/>
            <a:r>
              <a:rPr lang="en-US" dirty="0"/>
              <a:t>Dilation：1, 2, 4。</a:t>
            </a:r>
          </a:p>
          <a:p>
            <a:pPr lvl="1"/>
            <a:r>
              <a:rPr lang="zh-TW" altLang="en-US" dirty="0"/>
              <a:t>感受野</a:t>
            </a:r>
            <a:r>
              <a:rPr lang="en-US" altLang="zh-TW" dirty="0"/>
              <a:t>(</a:t>
            </a:r>
            <a:r>
              <a:rPr lang="en-US" dirty="0"/>
              <a:t>Receptive Field)：</a:t>
            </a:r>
          </a:p>
          <a:p>
            <a:pPr lvl="1"/>
            <a:r>
              <a:rPr lang="zh-TW" altLang="en-US" dirty="0"/>
              <a:t>依程式公式 </a:t>
            </a:r>
            <a:r>
              <a:rPr lang="en-US" altLang="zh-TW" dirty="0"/>
              <a:t>`</a:t>
            </a:r>
            <a:r>
              <a:rPr lang="en-US" dirty="0"/>
              <a:t>RF = 1 + 2*(k-1)*sum(dilation)`，k=3、sum=7 ⇒ RF=29 ticks。</a:t>
            </a:r>
          </a:p>
          <a:p>
            <a:pPr lvl="1"/>
            <a:r>
              <a:rPr lang="zh-TW" altLang="en-US" dirty="0"/>
              <a:t>輸入張量：</a:t>
            </a:r>
            <a:r>
              <a:rPr lang="en-US" dirty="0"/>
              <a:t>N×8×100（channel-first for Conv1d）。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3B9E2C-9EE5-EDC1-CB1C-318F980E700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411011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DF774-E875-4625-2916-9B307C074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05912-EF7B-740A-04AF-D910DF026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zh-TW" altLang="en-US" dirty="0"/>
              <a:t>結果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B174-7822-C971-7822-B0ABD09FD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6080" y="804671"/>
            <a:ext cx="4815840" cy="5791513"/>
          </a:xfrm>
        </p:spPr>
        <p:txBody>
          <a:bodyPr>
            <a:noAutofit/>
          </a:bodyPr>
          <a:lstStyle/>
          <a:p>
            <a:r>
              <a:rPr lang="en-US" dirty="0" err="1"/>
              <a:t>Val：Loss</a:t>
            </a:r>
            <a:r>
              <a:rPr lang="en-US" dirty="0"/>
              <a:t>=0.701812、Acc=81.21%。</a:t>
            </a:r>
          </a:p>
          <a:p>
            <a:r>
              <a:rPr lang="en-US" dirty="0" err="1"/>
              <a:t>Test：Loss</a:t>
            </a:r>
            <a:r>
              <a:rPr lang="en-US" dirty="0"/>
              <a:t>=0.713121、Acc=79.86%。</a:t>
            </a:r>
          </a:p>
          <a:p>
            <a:r>
              <a:rPr lang="en-US" dirty="0"/>
              <a:t>Val confusion </a:t>
            </a:r>
            <a:r>
              <a:rPr lang="en-US" dirty="0" err="1"/>
              <a:t>matrix（Actual×Pred</a:t>
            </a:r>
            <a:r>
              <a:rPr lang="en-US" dirty="0"/>
              <a:t> [</a:t>
            </a:r>
            <a:r>
              <a:rPr lang="en-US" dirty="0" err="1"/>
              <a:t>Down,Stat,Up</a:t>
            </a:r>
            <a:r>
              <a:rPr lang="en-US" dirty="0"/>
              <a:t>]）：</a:t>
            </a:r>
          </a:p>
          <a:p>
            <a:pPr lvl="1"/>
            <a:r>
              <a:rPr lang="en-US" dirty="0"/>
              <a:t>[306, 886, 86],</a:t>
            </a:r>
          </a:p>
          <a:p>
            <a:pPr lvl="1"/>
            <a:r>
              <a:rPr lang="en-US" dirty="0"/>
              <a:t> [12273, 172368, 25873]</a:t>
            </a:r>
          </a:p>
          <a:p>
            <a:pPr lvl="1"/>
            <a:r>
              <a:rPr lang="en-US" dirty="0"/>
              <a:t> [39, 896, 477]]</a:t>
            </a:r>
          </a:p>
          <a:p>
            <a:r>
              <a:rPr lang="en-US" dirty="0"/>
              <a:t>Test confusion matrix：</a:t>
            </a:r>
          </a:p>
          <a:p>
            <a:r>
              <a:rPr lang="en-US" dirty="0"/>
              <a:t>[[326, 783, 63], [23724, 310235, 53253], [19, 646, 603]]`</a:t>
            </a:r>
          </a:p>
          <a:p>
            <a:r>
              <a:rPr lang="zh-TW" altLang="en-US" dirty="0"/>
              <a:t>重大觀察：</a:t>
            </a:r>
            <a:r>
              <a:rPr lang="en-US" dirty="0"/>
              <a:t>Up/Down precision </a:t>
            </a:r>
            <a:r>
              <a:rPr lang="zh-TW" altLang="en-US" dirty="0"/>
              <a:t>只有 </a:t>
            </a:r>
            <a:r>
              <a:rPr lang="en-US" altLang="zh-TW" dirty="0"/>
              <a:t>~1–2%</a:t>
            </a:r>
            <a:r>
              <a:rPr lang="zh-TW" altLang="en-US" dirty="0"/>
              <a:t>（</a:t>
            </a:r>
            <a:r>
              <a:rPr lang="en-US" dirty="0"/>
              <a:t>Stationary </a:t>
            </a:r>
            <a:r>
              <a:rPr lang="zh-TW" altLang="en-US" dirty="0"/>
              <a:t>約 </a:t>
            </a:r>
            <a:r>
              <a:rPr lang="en-US" altLang="zh-TW" dirty="0"/>
              <a:t>99% </a:t>
            </a:r>
            <a:r>
              <a:rPr lang="zh-TW" altLang="en-US" dirty="0"/>
              <a:t>主導）。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DE74CD-0C3D-F12F-B509-149B10057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537407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85BE3-40AF-1AA0-05DD-CE265AB3E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params</a:t>
            </a:r>
            <a:endParaRPr lang="LID4096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259D352-7A82-4B6F-A400-13B8A1514E9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80049" y="707163"/>
          <a:ext cx="4527903" cy="5443676"/>
        </p:xfrm>
        <a:graphic>
          <a:graphicData uri="http://schemas.openxmlformats.org/drawingml/2006/table">
            <a:tbl>
              <a:tblPr/>
              <a:tblGrid>
                <a:gridCol w="1509301">
                  <a:extLst>
                    <a:ext uri="{9D8B030D-6E8A-4147-A177-3AD203B41FA5}">
                      <a16:colId xmlns:a16="http://schemas.microsoft.com/office/drawing/2014/main" val="781801760"/>
                    </a:ext>
                  </a:extLst>
                </a:gridCol>
                <a:gridCol w="1509301">
                  <a:extLst>
                    <a:ext uri="{9D8B030D-6E8A-4147-A177-3AD203B41FA5}">
                      <a16:colId xmlns:a16="http://schemas.microsoft.com/office/drawing/2014/main" val="1827283798"/>
                    </a:ext>
                  </a:extLst>
                </a:gridCol>
                <a:gridCol w="1509301">
                  <a:extLst>
                    <a:ext uri="{9D8B030D-6E8A-4147-A177-3AD203B41FA5}">
                      <a16:colId xmlns:a16="http://schemas.microsoft.com/office/drawing/2014/main" val="3955484945"/>
                    </a:ext>
                  </a:extLst>
                </a:gridCol>
              </a:tblGrid>
              <a:tr h="2142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100"/>
                        <a:t>類別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100"/>
                        <a:t>目前設定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100"/>
                        <a:t>意義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9055933"/>
                  </a:ext>
                </a:extLst>
              </a:tr>
              <a:tr h="374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100"/>
                        <a:t>回測商品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TXFB6</a:t>
                      </a:r>
                      <a:endParaRPr lang="en-US" sz="1100"/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100"/>
                        <a:t>目前只回測大台指期近月資料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5403537"/>
                  </a:ext>
                </a:extLst>
              </a:tr>
              <a:tr h="374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100"/>
                        <a:t>回測資料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data/NEW</a:t>
                      </a:r>
                      <a:endParaRPr lang="en-US" sz="1100"/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100"/>
                        <a:t>使用新版 </a:t>
                      </a:r>
                      <a:r>
                        <a:rPr lang="en-US" sz="1100"/>
                        <a:t>LOB / Trade CSV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709121"/>
                  </a:ext>
                </a:extLst>
              </a:tr>
              <a:tr h="374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Session split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train / val / test by session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100"/>
                        <a:t>不用 </a:t>
                      </a:r>
                      <a:r>
                        <a:rPr lang="en-US" sz="1100"/>
                        <a:t>random window split，</a:t>
                      </a:r>
                      <a:r>
                        <a:rPr lang="zh-TW" altLang="en-US" sz="1100"/>
                        <a:t>避免時間重疊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4424852"/>
                  </a:ext>
                </a:extLst>
              </a:tr>
              <a:tr h="374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100"/>
                        <a:t>目前 </a:t>
                      </a:r>
                      <a:r>
                        <a:rPr lang="en-US" sz="1100"/>
                        <a:t>test session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20260127Night</a:t>
                      </a:r>
                      <a:endParaRPr lang="en-US" sz="1100"/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100"/>
                        <a:t>目前主要回測這個 </a:t>
                      </a:r>
                      <a:r>
                        <a:rPr lang="en-US" sz="1100"/>
                        <a:t>held-out session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6710269"/>
                  </a:ext>
                </a:extLst>
              </a:tr>
              <a:tr h="374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100"/>
                        <a:t>回測 </a:t>
                      </a:r>
                      <a:r>
                        <a:rPr lang="en-US" sz="1100"/>
                        <a:t>stride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sample_stride=1</a:t>
                      </a:r>
                      <a:endParaRPr lang="en-US" sz="1100"/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100"/>
                        <a:t>每個 </a:t>
                      </a:r>
                      <a:r>
                        <a:rPr lang="en-US" sz="1100"/>
                        <a:t>quote event </a:t>
                      </a:r>
                      <a:r>
                        <a:rPr lang="zh-TW" altLang="en-US" sz="1100"/>
                        <a:t>都檢查成交，不跳 </a:t>
                      </a:r>
                      <a:r>
                        <a:rPr lang="en-US" altLang="zh-TW" sz="1100"/>
                        <a:t>5 </a:t>
                      </a:r>
                      <a:r>
                        <a:rPr lang="zh-TW" altLang="en-US" sz="1100"/>
                        <a:t>筆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23684"/>
                  </a:ext>
                </a:extLst>
              </a:tr>
              <a:tr h="374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Window size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WINDOW_SIZE</a:t>
                      </a:r>
                      <a:r>
                        <a:rPr lang="en-US" sz="1100"/>
                        <a:t>，</a:t>
                      </a:r>
                      <a:r>
                        <a:rPr lang="zh-TW" altLang="en-US" sz="1100"/>
                        <a:t>目前主線為 </a:t>
                      </a:r>
                      <a:r>
                        <a:rPr lang="en-US" altLang="zh-TW" sz="1100"/>
                        <a:t>100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TCN </a:t>
                      </a:r>
                      <a:r>
                        <a:rPr lang="zh-TW" altLang="en-US" sz="1100"/>
                        <a:t>每筆看過去 </a:t>
                      </a:r>
                      <a:r>
                        <a:rPr lang="en-US" altLang="zh-TW" sz="1100"/>
                        <a:t>100 </a:t>
                      </a:r>
                      <a:r>
                        <a:rPr lang="en-US" sz="1100"/>
                        <a:t>events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522827"/>
                  </a:ext>
                </a:extLst>
              </a:tr>
              <a:tr h="374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Horizon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HORIZON</a:t>
                      </a:r>
                      <a:r>
                        <a:rPr lang="en-US" sz="1100"/>
                        <a:t>，</a:t>
                      </a:r>
                      <a:r>
                        <a:rPr lang="zh-TW" altLang="en-US" sz="1100"/>
                        <a:t>目前主線為 </a:t>
                      </a:r>
                      <a:r>
                        <a:rPr lang="en-US" altLang="zh-TW" sz="1100"/>
                        <a:t>10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label </a:t>
                      </a:r>
                      <a:r>
                        <a:rPr lang="zh-TW" altLang="en-US" sz="1100"/>
                        <a:t>看未來 </a:t>
                      </a:r>
                      <a:r>
                        <a:rPr lang="en-US" altLang="zh-TW" sz="1100"/>
                        <a:t>10 </a:t>
                      </a:r>
                      <a:r>
                        <a:rPr lang="en-US" sz="1100"/>
                        <a:t>events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9939091"/>
                  </a:ext>
                </a:extLst>
              </a:tr>
              <a:tr h="374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Label threshold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THRESHOLD_TICKS</a:t>
                      </a:r>
                      <a:r>
                        <a:rPr lang="en-US" sz="1100"/>
                        <a:t>，</a:t>
                      </a:r>
                      <a:r>
                        <a:rPr lang="zh-TW" altLang="en-US" sz="1100"/>
                        <a:t>目前主線為 </a:t>
                      </a:r>
                      <a:r>
                        <a:rPr lang="en-US" altLang="zh-TW" sz="1100"/>
                        <a:t>1 </a:t>
                      </a:r>
                      <a:r>
                        <a:rPr lang="en-US" sz="1100"/>
                        <a:t>tick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100"/>
                        <a:t>未來 </a:t>
                      </a:r>
                      <a:r>
                        <a:rPr lang="en-US" sz="1100"/>
                        <a:t>mid-price </a:t>
                      </a:r>
                      <a:r>
                        <a:rPr lang="zh-TW" altLang="en-US" sz="1100"/>
                        <a:t>超過 </a:t>
                      </a:r>
                      <a:r>
                        <a:rPr lang="en-US" altLang="zh-TW" sz="1100"/>
                        <a:t>±1 </a:t>
                      </a:r>
                      <a:r>
                        <a:rPr lang="en-US" sz="1100"/>
                        <a:t>tick </a:t>
                      </a:r>
                      <a:r>
                        <a:rPr lang="zh-TW" altLang="en-US" sz="1100"/>
                        <a:t>才算 </a:t>
                      </a:r>
                      <a:r>
                        <a:rPr lang="en-US" sz="1100"/>
                        <a:t>Up / Down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6832511"/>
                  </a:ext>
                </a:extLst>
              </a:tr>
              <a:tr h="374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Feature set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TOP_8_FEATURES</a:t>
                      </a:r>
                      <a:endParaRPr lang="en-US" sz="1100"/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使用 Top 8 rolling z-score features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453512"/>
                  </a:ext>
                </a:extLst>
              </a:tr>
              <a:tr h="374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Z-score window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100">
                          <a:latin typeface="Courier New" panose="02070309020205020404" pitchFamily="49" charset="0"/>
                        </a:rPr>
                        <a:t>2000</a:t>
                      </a:r>
                      <a:endParaRPr lang="en-DE" sz="1100"/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100"/>
                        <a:t>每個 </a:t>
                      </a:r>
                      <a:r>
                        <a:rPr lang="en-US" sz="1100"/>
                        <a:t>session </a:t>
                      </a:r>
                      <a:r>
                        <a:rPr lang="zh-TW" altLang="en-US" sz="1100"/>
                        <a:t>內做 </a:t>
                      </a:r>
                      <a:r>
                        <a:rPr lang="en-US" sz="1100"/>
                        <a:t>rolling z-score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0085283"/>
                  </a:ext>
                </a:extLst>
              </a:tr>
              <a:tr h="5355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100"/>
                        <a:t>模型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HLSFriendlyTCNClassifier</a:t>
                      </a:r>
                      <a:endParaRPr lang="en-US" sz="1100"/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100"/>
                        <a:t>載入 </a:t>
                      </a:r>
                      <a:r>
                        <a:rPr lang="en-US" altLang="zh-TW" sz="1100">
                          <a:latin typeface="Courier New" panose="02070309020205020404" pitchFamily="49" charset="0"/>
                        </a:rPr>
                        <a:t>005_</a:t>
                      </a:r>
                      <a:r>
                        <a:rPr lang="en-US" sz="1100">
                          <a:latin typeface="Courier New" panose="02070309020205020404" pitchFamily="49" charset="0"/>
                        </a:rPr>
                        <a:t>tcn_weights.pth</a:t>
                      </a:r>
                      <a:endParaRPr lang="en-US" sz="1100"/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810655"/>
                  </a:ext>
                </a:extLst>
              </a:tr>
              <a:tr h="374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Input shape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N × 8 × 100</a:t>
                      </a:r>
                      <a:endParaRPr lang="en-US" sz="1100"/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Conv1d channel-first </a:t>
                      </a:r>
                      <a:r>
                        <a:rPr lang="zh-TW" altLang="en-US" sz="1100"/>
                        <a:t>格式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0190815"/>
                  </a:ext>
                </a:extLst>
              </a:tr>
              <a:tr h="374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Output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p_down / p_stat / p_up</a:t>
                      </a:r>
                      <a:endParaRPr lang="en-US" sz="1100"/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100" dirty="0"/>
                        <a:t>策略用 </a:t>
                      </a:r>
                      <a:r>
                        <a:rPr lang="en-US" sz="1100" dirty="0"/>
                        <a:t>probability，</a:t>
                      </a:r>
                      <a:r>
                        <a:rPr lang="zh-TW" altLang="en-US" sz="1100" dirty="0"/>
                        <a:t>不只看 </a:t>
                      </a:r>
                      <a:r>
                        <a:rPr lang="en-US" sz="1100" dirty="0"/>
                        <a:t>argmax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7371537"/>
                  </a:ext>
                </a:extLst>
              </a:tr>
            </a:tbl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D6B4D7-B33E-8AEA-0CBC-789BD564B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838974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B9938-4717-CBE0-55A4-6859E20A3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D1EF433-A0F3-837C-1298-76D676E3D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zh-TW" altLang="en-US" dirty="0"/>
              <a:t>回測</a:t>
            </a:r>
            <a:endParaRPr lang="LID4096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BEFB5D2-E2D7-DCC6-B089-92EA18680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目前回測設定：</a:t>
            </a:r>
          </a:p>
          <a:p>
            <a:r>
              <a:rPr lang="zh-TW" altLang="en-US" dirty="0"/>
              <a:t>資料：</a:t>
            </a:r>
          </a:p>
          <a:p>
            <a:pPr lvl="1"/>
            <a:r>
              <a:rPr lang="en-US" dirty="0"/>
              <a:t>TXFB6，session-aware split</a:t>
            </a:r>
          </a:p>
          <a:p>
            <a:pPr lvl="1"/>
            <a:r>
              <a:rPr lang="en-US" dirty="0"/>
              <a:t>test session: 20260127Night</a:t>
            </a:r>
          </a:p>
          <a:p>
            <a:pPr lvl="1"/>
            <a:r>
              <a:rPr lang="zh-TW" altLang="en-US" dirty="0"/>
              <a:t>回測 </a:t>
            </a:r>
            <a:r>
              <a:rPr lang="en-US" dirty="0"/>
              <a:t>stride=1，</a:t>
            </a:r>
            <a:r>
              <a:rPr lang="zh-TW" altLang="en-US" dirty="0"/>
              <a:t>逐 </a:t>
            </a:r>
            <a:r>
              <a:rPr lang="en-US" dirty="0"/>
              <a:t>quote event </a:t>
            </a:r>
            <a:r>
              <a:rPr lang="zh-TW" altLang="en-US" dirty="0"/>
              <a:t>檢查成交</a:t>
            </a:r>
          </a:p>
          <a:p>
            <a:r>
              <a:rPr lang="zh-TW" altLang="en-US" dirty="0"/>
              <a:t>模型：</a:t>
            </a:r>
            <a:endParaRPr lang="en-US" dirty="0"/>
          </a:p>
          <a:p>
            <a:pPr lvl="1"/>
            <a:r>
              <a:rPr lang="zh-TW" altLang="en-US" dirty="0"/>
              <a:t>輸入 </a:t>
            </a:r>
            <a:r>
              <a:rPr lang="en-US" dirty="0"/>
              <a:t>N×8×100</a:t>
            </a:r>
          </a:p>
          <a:p>
            <a:pPr lvl="1"/>
            <a:r>
              <a:rPr lang="zh-TW" altLang="en-US" dirty="0"/>
              <a:t>輸出 </a:t>
            </a:r>
            <a:r>
              <a:rPr lang="en-US" dirty="0" err="1"/>
              <a:t>p_down</a:t>
            </a:r>
            <a:r>
              <a:rPr lang="en-US" dirty="0"/>
              <a:t> / </a:t>
            </a:r>
            <a:r>
              <a:rPr lang="en-US" dirty="0" err="1"/>
              <a:t>p_stat</a:t>
            </a:r>
            <a:r>
              <a:rPr lang="en-US" dirty="0"/>
              <a:t> / </a:t>
            </a:r>
            <a:r>
              <a:rPr lang="en-US" dirty="0" err="1"/>
              <a:t>p_up</a:t>
            </a:r>
            <a:endParaRPr lang="en-US" dirty="0"/>
          </a:p>
          <a:p>
            <a:r>
              <a:rPr lang="zh-TW" altLang="en-US" dirty="0"/>
              <a:t>成本：</a:t>
            </a:r>
          </a:p>
          <a:p>
            <a:pPr lvl="1"/>
            <a:r>
              <a:rPr lang="en-US" dirty="0"/>
              <a:t>point value = 200 TWD/</a:t>
            </a:r>
            <a:r>
              <a:rPr lang="zh-TW" altLang="en-US" dirty="0"/>
              <a:t>點</a:t>
            </a:r>
          </a:p>
          <a:p>
            <a:pPr lvl="1"/>
            <a:r>
              <a:rPr lang="en-US" dirty="0"/>
              <a:t>taker fee = 50 TWD</a:t>
            </a:r>
          </a:p>
          <a:p>
            <a:pPr lvl="1"/>
            <a:r>
              <a:rPr lang="en-US" dirty="0"/>
              <a:t>maker fee = 0</a:t>
            </a:r>
          </a:p>
          <a:p>
            <a:pPr lvl="1"/>
            <a:r>
              <a:rPr lang="en-US" dirty="0"/>
              <a:t>max inventory = 3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0711895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83F72-C356-9428-158E-D69A60BC1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FC41502-D16E-DDAA-6110-9C67BEECA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zh-TW" altLang="en-US" dirty="0"/>
              <a:t>回測</a:t>
            </a:r>
            <a:endParaRPr lang="LID4096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F15C464-0B48-3225-F4A1-1D460E8709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zh-TW" altLang="en-US" dirty="0"/>
              <a:t>策略</a:t>
            </a:r>
          </a:p>
          <a:p>
            <a:pPr lvl="1"/>
            <a:r>
              <a:rPr lang="en-US" dirty="0"/>
              <a:t>baseline：</a:t>
            </a:r>
            <a:r>
              <a:rPr lang="zh-TW" altLang="en-US" dirty="0"/>
              <a:t>雙邊掛 </a:t>
            </a:r>
            <a:r>
              <a:rPr lang="en-US" dirty="0"/>
              <a:t>best bid / best ask</a:t>
            </a:r>
          </a:p>
          <a:p>
            <a:pPr lvl="1"/>
            <a:r>
              <a:rPr lang="en-US" dirty="0" err="1"/>
              <a:t>tcn_gated：p_down</a:t>
            </a:r>
            <a:r>
              <a:rPr lang="en-US" dirty="0"/>
              <a:t> </a:t>
            </a:r>
            <a:r>
              <a:rPr lang="zh-TW" altLang="en-US" dirty="0"/>
              <a:t>高撤 </a:t>
            </a:r>
            <a:r>
              <a:rPr lang="en-US" dirty="0" err="1"/>
              <a:t>bid，p_up</a:t>
            </a:r>
            <a:r>
              <a:rPr lang="en-US" dirty="0"/>
              <a:t> </a:t>
            </a:r>
            <a:r>
              <a:rPr lang="zh-TW" altLang="en-US" dirty="0"/>
              <a:t>高撤 </a:t>
            </a:r>
            <a:r>
              <a:rPr lang="en-US" dirty="0"/>
              <a:t>ask</a:t>
            </a:r>
          </a:p>
          <a:p>
            <a:pPr lvl="1"/>
            <a:r>
              <a:rPr lang="en-US" dirty="0" err="1"/>
              <a:t>tcn_skew：p_up</a:t>
            </a:r>
            <a:r>
              <a:rPr lang="en-US" dirty="0"/>
              <a:t> </a:t>
            </a:r>
            <a:r>
              <a:rPr lang="zh-TW" altLang="en-US" dirty="0"/>
              <a:t>高 → </a:t>
            </a:r>
            <a:r>
              <a:rPr lang="en-US" dirty="0"/>
              <a:t>bid </a:t>
            </a:r>
            <a:r>
              <a:rPr lang="zh-TW" altLang="en-US" dirty="0"/>
              <a:t>往內 </a:t>
            </a:r>
            <a:r>
              <a:rPr lang="en-US" altLang="zh-TW" dirty="0"/>
              <a:t>1 </a:t>
            </a:r>
            <a:r>
              <a:rPr lang="en-US" dirty="0"/>
              <a:t>tick、</a:t>
            </a:r>
            <a:r>
              <a:rPr lang="zh-TW" altLang="en-US" dirty="0"/>
              <a:t>撤 </a:t>
            </a:r>
            <a:r>
              <a:rPr lang="en-US" dirty="0"/>
              <a:t>ask；</a:t>
            </a:r>
          </a:p>
          <a:p>
            <a:pPr lvl="1"/>
            <a:r>
              <a:rPr lang="en-US" dirty="0"/>
              <a:t>            </a:t>
            </a:r>
            <a:r>
              <a:rPr lang="en-US" dirty="0" err="1"/>
              <a:t>p_down</a:t>
            </a:r>
            <a:r>
              <a:rPr lang="en-US" dirty="0"/>
              <a:t> </a:t>
            </a:r>
            <a:r>
              <a:rPr lang="zh-TW" altLang="en-US" dirty="0"/>
              <a:t>高 → </a:t>
            </a:r>
            <a:r>
              <a:rPr lang="en-US" dirty="0"/>
              <a:t>ask </a:t>
            </a:r>
            <a:r>
              <a:rPr lang="zh-TW" altLang="en-US" dirty="0"/>
              <a:t>往內 </a:t>
            </a:r>
            <a:r>
              <a:rPr lang="en-US" altLang="zh-TW" dirty="0"/>
              <a:t>1 </a:t>
            </a:r>
            <a:r>
              <a:rPr lang="en-US" dirty="0"/>
              <a:t>tick、</a:t>
            </a:r>
            <a:r>
              <a:rPr lang="zh-TW" altLang="en-US" dirty="0"/>
              <a:t>撤 </a:t>
            </a:r>
            <a:r>
              <a:rPr lang="en-US" dirty="0"/>
              <a:t>bid</a:t>
            </a:r>
          </a:p>
          <a:p>
            <a:pPr lvl="1"/>
            <a:r>
              <a:rPr lang="zh-TW" altLang="en-US" dirty="0"/>
              <a:t>不 </a:t>
            </a:r>
            <a:r>
              <a:rPr lang="en-US" dirty="0"/>
              <a:t>cross </a:t>
            </a:r>
            <a:r>
              <a:rPr lang="en-US" dirty="0" err="1"/>
              <a:t>spread，maker-only</a:t>
            </a:r>
            <a:r>
              <a:rPr lang="en-US" dirty="0"/>
              <a:t>，</a:t>
            </a:r>
            <a:r>
              <a:rPr lang="zh-TW" altLang="en-US" dirty="0"/>
              <a:t>不做 </a:t>
            </a:r>
            <a:r>
              <a:rPr lang="en-US" dirty="0"/>
              <a:t>active taker alpha</a:t>
            </a:r>
          </a:p>
          <a:p>
            <a:pPr lvl="1"/>
            <a:endParaRPr lang="en-US" dirty="0"/>
          </a:p>
          <a:p>
            <a:r>
              <a:rPr lang="en-US" dirty="0"/>
              <a:t>Threshold sweep：</a:t>
            </a:r>
          </a:p>
          <a:p>
            <a:pPr lvl="1"/>
            <a:r>
              <a:rPr lang="en-US" dirty="0" err="1"/>
              <a:t>prob_threshold</a:t>
            </a:r>
            <a:r>
              <a:rPr lang="en-US" dirty="0"/>
              <a:t> = 0.55~0.90</a:t>
            </a:r>
          </a:p>
          <a:p>
            <a:pPr lvl="1"/>
            <a:r>
              <a:rPr lang="en-US" dirty="0" err="1"/>
              <a:t>edge_threshold</a:t>
            </a:r>
            <a:r>
              <a:rPr lang="en-US" dirty="0"/>
              <a:t> = 0.05~0.40</a:t>
            </a:r>
          </a:p>
          <a:p>
            <a:pPr lvl="1"/>
            <a:r>
              <a:rPr lang="zh-TW" altLang="en-US" dirty="0"/>
              <a:t>目前觀察最佳：</a:t>
            </a:r>
            <a:r>
              <a:rPr lang="en-US" dirty="0" err="1"/>
              <a:t>tcn_skew</a:t>
            </a:r>
            <a:r>
              <a:rPr lang="en-US" dirty="0"/>
              <a:t> prob≥0.70</a:t>
            </a:r>
          </a:p>
          <a:p>
            <a:endParaRPr lang="en-US" dirty="0"/>
          </a:p>
          <a:p>
            <a:r>
              <a:rPr lang="zh-TW" altLang="en-US" dirty="0"/>
              <a:t>成交機制：</a:t>
            </a:r>
          </a:p>
          <a:p>
            <a:pPr lvl="1"/>
            <a:r>
              <a:rPr lang="zh-TW" altLang="en-US" dirty="0"/>
              <a:t>買入：</a:t>
            </a:r>
            <a:r>
              <a:rPr lang="en-US" dirty="0" err="1"/>
              <a:t>next_ask</a:t>
            </a:r>
            <a:r>
              <a:rPr lang="en-US" dirty="0"/>
              <a:t> &lt;= </a:t>
            </a:r>
            <a:r>
              <a:rPr lang="en-US" dirty="0" err="1"/>
              <a:t>quote_bid</a:t>
            </a:r>
            <a:endParaRPr lang="en-US" dirty="0"/>
          </a:p>
          <a:p>
            <a:pPr lvl="1"/>
            <a:r>
              <a:rPr lang="zh-TW" altLang="en-US" dirty="0"/>
              <a:t>賣出：</a:t>
            </a:r>
            <a:r>
              <a:rPr lang="en-US" dirty="0" err="1"/>
              <a:t>next_bid</a:t>
            </a:r>
            <a:r>
              <a:rPr lang="en-US" dirty="0"/>
              <a:t> &gt;= </a:t>
            </a:r>
            <a:r>
              <a:rPr lang="en-US" dirty="0" err="1"/>
              <a:t>quote_ask</a:t>
            </a:r>
            <a:endParaRPr lang="en-US" dirty="0"/>
          </a:p>
          <a:p>
            <a:pPr lvl="1"/>
            <a:r>
              <a:rPr lang="zh-TW" altLang="en-US" dirty="0"/>
              <a:t>無額外 </a:t>
            </a:r>
            <a:r>
              <a:rPr lang="en-US" dirty="0"/>
              <a:t>delay / </a:t>
            </a:r>
            <a:r>
              <a:rPr lang="zh-TW" altLang="en-US" dirty="0"/>
              <a:t>無 </a:t>
            </a:r>
            <a:r>
              <a:rPr lang="en-US" dirty="0"/>
              <a:t>queue position / </a:t>
            </a:r>
            <a:r>
              <a:rPr lang="zh-TW" altLang="en-US" dirty="0"/>
              <a:t>無 </a:t>
            </a:r>
            <a:r>
              <a:rPr lang="en-US" dirty="0"/>
              <a:t>partial fill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41639802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038937D-5959-65AD-C683-83F3CAE0D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9" name="Picture 8" descr="The image illustrates a flowchart detailing a 'Maker-only Skew/Toxicity Avoidance' strategy, showing the process from input data through feature extraction, to decision-making based on probabilities and market conditions, ultimately aiming to reduce toxic fill risk and optimize profits for a passive maker.&#10;&#10;AI-generated content may be incorrect.">
            <a:extLst>
              <a:ext uri="{FF2B5EF4-FFF2-40B4-BE49-F238E27FC236}">
                <a16:creationId xmlns:a16="http://schemas.microsoft.com/office/drawing/2014/main" id="{AD3FD548-EE61-A075-1B33-F1A4FA39DF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2881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FFBC00-D502-5E34-6869-E070DDA76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880519B-D6E4-92CD-9639-36445920B5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08D599F-D8F8-37E2-5C64-1F9A40124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A5E348D-F76C-D855-B90C-C1AF091CC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040CFB-69A8-F698-96BC-E5863A665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zh-TW" altLang="en-US" sz="4000" dirty="0">
                <a:solidFill>
                  <a:srgbClr val="FFFFFF"/>
                </a:solidFill>
              </a:rPr>
              <a:t>下禮拜</a:t>
            </a:r>
            <a:br>
              <a:rPr lang="en-US" altLang="zh-TW" sz="4000" dirty="0">
                <a:solidFill>
                  <a:srgbClr val="FFFFFF"/>
                </a:solidFill>
              </a:rPr>
            </a:br>
            <a:r>
              <a:rPr lang="zh-TW" altLang="en-US" sz="4000" dirty="0">
                <a:solidFill>
                  <a:srgbClr val="FFFFFF"/>
                </a:solidFill>
              </a:rPr>
              <a:t>預計要做</a:t>
            </a:r>
            <a:endParaRPr lang="LID4096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32458-251B-C658-70CA-EFB824057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695" y="1031631"/>
            <a:ext cx="5700082" cy="4424289"/>
          </a:xfrm>
        </p:spPr>
        <p:txBody>
          <a:bodyPr anchor="ctr">
            <a:normAutofit/>
          </a:bodyPr>
          <a:lstStyle/>
          <a:p>
            <a:r>
              <a:rPr lang="zh-TW" altLang="en-US" sz="2800" dirty="0"/>
              <a:t>持續用用不同的時間的新資料去</a:t>
            </a:r>
            <a:r>
              <a:rPr lang="en-US" altLang="zh-TW" sz="2800" dirty="0"/>
              <a:t>test / train</a:t>
            </a:r>
            <a:r>
              <a:rPr lang="zh-TW" altLang="en-US" sz="2800" dirty="0"/>
              <a:t>模型</a:t>
            </a:r>
            <a:endParaRPr lang="en-US" altLang="zh-TW" sz="2800" dirty="0"/>
          </a:p>
          <a:p>
            <a:r>
              <a:rPr lang="zh-TW" altLang="en-US" sz="2800" dirty="0"/>
              <a:t>試試看不同數量</a:t>
            </a:r>
            <a:r>
              <a:rPr lang="en-US" altLang="zh-TW" sz="2800" dirty="0"/>
              <a:t>/</a:t>
            </a:r>
            <a:r>
              <a:rPr lang="zh-TW" altLang="en-US" sz="2800" dirty="0"/>
              <a:t>種類的</a:t>
            </a:r>
            <a:r>
              <a:rPr lang="en-US" altLang="zh-TW" sz="2800" dirty="0"/>
              <a:t>feature</a:t>
            </a:r>
          </a:p>
          <a:p>
            <a:r>
              <a:rPr lang="zh-TW" altLang="en-US" sz="2800" dirty="0"/>
              <a:t>試試看用不同的</a:t>
            </a:r>
            <a:r>
              <a:rPr lang="en-US" altLang="zh-TW" sz="2800" dirty="0"/>
              <a:t>label / weight</a:t>
            </a:r>
          </a:p>
          <a:p>
            <a:r>
              <a:rPr lang="zh-TW" altLang="en-US" sz="2800" dirty="0"/>
              <a:t>試不同的造市策略</a:t>
            </a:r>
            <a:endParaRPr lang="en-US" altLang="zh-TW" sz="2800" dirty="0"/>
          </a:p>
          <a:p>
            <a:r>
              <a:rPr lang="en-US" altLang="zh-TW" sz="2800" strike="sngStrike" dirty="0"/>
              <a:t>( </a:t>
            </a:r>
            <a:r>
              <a:rPr lang="zh-TW" altLang="en-US" sz="2800" strike="sngStrike" dirty="0"/>
              <a:t>跑</a:t>
            </a:r>
            <a:r>
              <a:rPr lang="en-US" altLang="zh-TW" sz="2800" strike="sngStrike" dirty="0" err="1"/>
              <a:t>hls</a:t>
            </a:r>
            <a:r>
              <a:rPr lang="zh-TW" altLang="en-US" sz="2800" strike="sngStrike" dirty="0"/>
              <a:t>模擬，確保可以將模型塞到</a:t>
            </a:r>
            <a:r>
              <a:rPr lang="en-US" altLang="zh-TW" sz="2800" strike="sngStrike" dirty="0"/>
              <a:t>FPGA</a:t>
            </a:r>
            <a:r>
              <a:rPr lang="zh-TW" altLang="en-US" sz="2800" strike="sngStrike" dirty="0"/>
              <a:t>上</a:t>
            </a:r>
            <a:r>
              <a:rPr lang="en-US" altLang="zh-TW" sz="2800" strike="sngStrike" dirty="0"/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29707127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F25A6EF-CD2A-F720-6E73-C3156E65B8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THANK</a:t>
            </a:r>
            <a:r>
              <a:rPr lang="zh-TW" altLang="en-US" dirty="0"/>
              <a:t> </a:t>
            </a:r>
            <a:r>
              <a:rPr lang="en-US" altLang="zh-TW" dirty="0"/>
              <a:t>YOU</a:t>
            </a:r>
            <a:endParaRPr lang="LID4096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57CF14F-1CF0-0B41-C0EB-A28C9467D1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99395026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5980</TotalTime>
  <Words>3553</Words>
  <Application>Microsoft Office PowerPoint</Application>
  <PresentationFormat>Widescreen</PresentationFormat>
  <Paragraphs>307</Paragraphs>
  <Slides>20</Slides>
  <Notes>11</Notes>
  <HiddenSlides>7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Arial</vt:lpstr>
      <vt:lpstr>Cambria Math</vt:lpstr>
      <vt:lpstr>Courier New</vt:lpstr>
      <vt:lpstr>Gill Sans MT</vt:lpstr>
      <vt:lpstr>Wingdings</vt:lpstr>
      <vt:lpstr>Parcel</vt:lpstr>
      <vt:lpstr>Meeting 簡報 W11</vt:lpstr>
      <vt:lpstr>這周</vt:lpstr>
      <vt:lpstr>原本好好的模型 在放到新資料上後</vt:lpstr>
      <vt:lpstr>1. 特徵</vt:lpstr>
      <vt:lpstr>PowerPoint Presentation</vt:lpstr>
      <vt:lpstr>PowerPoint Presentation</vt:lpstr>
      <vt:lpstr>1. 特徵</vt:lpstr>
      <vt:lpstr>PowerPoint Presentation</vt:lpstr>
      <vt:lpstr>PowerPoint Presentation</vt:lpstr>
      <vt:lpstr>PowerPoint Presentation</vt:lpstr>
      <vt:lpstr>2. training</vt:lpstr>
      <vt:lpstr>2. training</vt:lpstr>
      <vt:lpstr>2. training</vt:lpstr>
      <vt:lpstr>2. 結果</vt:lpstr>
      <vt:lpstr>params</vt:lpstr>
      <vt:lpstr>3. 回測</vt:lpstr>
      <vt:lpstr>3. 回測</vt:lpstr>
      <vt:lpstr>PowerPoint Presentation</vt:lpstr>
      <vt:lpstr>下禮拜 預計要做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holb l</dc:creator>
  <cp:lastModifiedBy>holb l</cp:lastModifiedBy>
  <cp:revision>348</cp:revision>
  <dcterms:created xsi:type="dcterms:W3CDTF">2026-03-25T16:51:19Z</dcterms:created>
  <dcterms:modified xsi:type="dcterms:W3CDTF">2026-05-07T06:54:32Z</dcterms:modified>
</cp:coreProperties>
</file>